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VCU 저전력 제어 사양 — 그림 포함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Requirement Studio Vision 분석 샘플 : Text/Table/Visual Evidence 통합 확인용</a:t>
            </a:r>
          </a:p>
        </p:txBody>
      </p:sp>
      <p:pic>
        <p:nvPicPr>
          <p:cNvPr id="4" name="Picture 3" descr="sample_visual_vcu_low_pow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1056132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