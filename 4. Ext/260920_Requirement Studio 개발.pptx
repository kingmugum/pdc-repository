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60" r:id="rId1"/>
  </p:sldMasterIdLst>
  <p:notesMasterIdLst>
    <p:notesMasterId r:id="rId11"/>
  </p:notesMasterIdLst>
  <p:sldIdLst>
    <p:sldId id="355" r:id="rId2"/>
    <p:sldId id="353" r:id="rId3"/>
    <p:sldId id="357" r:id="rId4"/>
    <p:sldId id="358" r:id="rId5"/>
    <p:sldId id="342" r:id="rId6"/>
    <p:sldId id="359" r:id="rId7"/>
    <p:sldId id="360" r:id="rId8"/>
    <p:sldId id="361" r:id="rId9"/>
    <p:sldId id="350" r:id="rId10"/>
  </p:sldIdLst>
  <p:sldSz cx="9144000" cy="6858000" type="screen4x3"/>
  <p:notesSz cx="6858000" cy="9144000"/>
  <p:embeddedFontLst>
    <p:embeddedFont>
      <p:font typeface="나눔스퀘어 네오 OTF Bold" panose="020B0600000101010101" charset="-127"/>
      <p:bold r:id="rId12"/>
    </p:embeddedFont>
    <p:embeddedFont>
      <p:font typeface="나눔스퀘어 네오 OTF ExtraBold" panose="020B0600000101010101" charset="-127"/>
      <p:bold r:id="rId13"/>
    </p:embeddedFont>
    <p:embeddedFont>
      <p:font typeface="나눔스퀘어 네오 OTF Heavy" panose="020B0600000101010101" charset="-127"/>
      <p:bold r:id="rId14"/>
    </p:embeddedFont>
    <p:embeddedFont>
      <p:font typeface="나눔스퀘어 네오 OTF Light" panose="020B0600000101010101" charset="-127"/>
      <p:regular r:id="rId15"/>
    </p:embeddedFont>
    <p:embeddedFont>
      <p:font typeface="나눔스퀘어 네오 OTF Regular" panose="020B0600000101010101" charset="-127"/>
      <p:regular r:id="rId16"/>
    </p:embeddedFont>
    <p:embeddedFont>
      <p:font typeface="맑은 고딕" panose="020B0503020000020004" pitchFamily="50" charset="-127"/>
      <p:regular r:id="rId17"/>
      <p:bold r:id="rId18"/>
    </p:embeddedFont>
    <p:embeddedFont>
      <p:font typeface="맑은 고딕" panose="020B0503020000020004" pitchFamily="50" charset="-127"/>
      <p:regular r:id="rId17"/>
      <p:bold r:id="rId18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가이드" id="{D8CF1E72-B40E-4BA4-896A-9349C0125D74}">
          <p14:sldIdLst>
            <p14:sldId id="355"/>
            <p14:sldId id="353"/>
            <p14:sldId id="357"/>
            <p14:sldId id="358"/>
            <p14:sldId id="342"/>
            <p14:sldId id="359"/>
            <p14:sldId id="360"/>
            <p14:sldId id="361"/>
            <p14:sldId id="35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618" userDrawn="1">
          <p15:clr>
            <a:srgbClr val="A4A3A4"/>
          </p15:clr>
        </p15:guide>
        <p15:guide id="2" pos="226" userDrawn="1">
          <p15:clr>
            <a:srgbClr val="A4A3A4"/>
          </p15:clr>
        </p15:guide>
        <p15:guide id="3" pos="5534" userDrawn="1">
          <p15:clr>
            <a:srgbClr val="A4A3A4"/>
          </p15:clr>
        </p15:guide>
        <p15:guide id="5" orient="horz" pos="4088" userDrawn="1">
          <p15:clr>
            <a:srgbClr val="A4A3A4"/>
          </p15:clr>
        </p15:guide>
        <p15:guide id="7" orient="horz" pos="399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1A0FF"/>
    <a:srgbClr val="CFDBF5"/>
    <a:srgbClr val="C3D2F3"/>
    <a:srgbClr val="002878"/>
    <a:srgbClr val="ECECEC"/>
    <a:srgbClr val="D2D7E6"/>
    <a:srgbClr val="EDEFF7"/>
    <a:srgbClr val="D8E5FF"/>
    <a:srgbClr val="F0F0F2"/>
    <a:srgbClr val="EFEF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076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1734" y="114"/>
      </p:cViewPr>
      <p:guideLst>
        <p:guide orient="horz" pos="618"/>
        <p:guide pos="226"/>
        <p:guide pos="5534"/>
        <p:guide orient="horz" pos="4088"/>
        <p:guide orient="horz" pos="3997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C1B31C-AD2F-41A0-915B-86354A8E886A}" type="datetimeFigureOut">
              <a:rPr lang="ko-KR" altLang="en-US" smtClean="0"/>
              <a:t>2026-09-20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B250BC-2621-40F6-AB4C-FA65842E8C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41179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8A736E-ABE9-1D94-CC20-AA3D9496F7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DC4CE44-1537-5FC5-EB4D-F8F6AE8F00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39F9F1E-62ED-CB89-BD68-EE295C604C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x-none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CAA1412-3413-C5F3-D52A-C7315D8AD8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B96979-5F90-1E49-80BF-7D3DAEE95EFC}" type="slidenum">
              <a:rPr kumimoji="1" lang="x-none" altLang="en-US" smtClean="0"/>
              <a:t>3</a:t>
            </a:fld>
            <a:endParaRPr kumimoji="1" lang="x-none" altLang="en-US"/>
          </a:p>
        </p:txBody>
      </p:sp>
    </p:spTree>
    <p:extLst>
      <p:ext uri="{BB962C8B-B14F-4D97-AF65-F5344CB8AC3E}">
        <p14:creationId xmlns:p14="http://schemas.microsoft.com/office/powerpoint/2010/main" val="18685416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47DCA1-796F-F65D-2CD6-A208B2A1E1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A730113-E80B-5D34-2221-BC02C80F9D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3D16BA2-93F3-F4DB-4514-2456F30F8D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x-none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3441A36-1A7C-A72B-1DF0-D793E94E39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B96979-5F90-1E49-80BF-7D3DAEE95EFC}" type="slidenum">
              <a:rPr kumimoji="1" lang="x-none" altLang="en-US" smtClean="0"/>
              <a:t>4</a:t>
            </a:fld>
            <a:endParaRPr kumimoji="1" lang="x-none" altLang="en-US"/>
          </a:p>
        </p:txBody>
      </p:sp>
    </p:spTree>
    <p:extLst>
      <p:ext uri="{BB962C8B-B14F-4D97-AF65-F5344CB8AC3E}">
        <p14:creationId xmlns:p14="http://schemas.microsoft.com/office/powerpoint/2010/main" val="10619703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D8FE2C-EAF7-91D0-5F2D-38E566F2CB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09D3607-979E-AAF1-B892-1FE06CFBCA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32EA710-2F16-6D99-A1CF-B3F49113E9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x-none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57CAF7E-8F38-DD32-9D6F-E31CA15E86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B96979-5F90-1E49-80BF-7D3DAEE95EFC}" type="slidenum">
              <a:rPr kumimoji="1" lang="x-none" altLang="en-US" smtClean="0"/>
              <a:t>5</a:t>
            </a:fld>
            <a:endParaRPr kumimoji="1" lang="x-none" altLang="en-US"/>
          </a:p>
        </p:txBody>
      </p:sp>
    </p:spTree>
    <p:extLst>
      <p:ext uri="{BB962C8B-B14F-4D97-AF65-F5344CB8AC3E}">
        <p14:creationId xmlns:p14="http://schemas.microsoft.com/office/powerpoint/2010/main" val="8162101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00011A-06F6-68F9-3221-01E58FD1CB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3440B34-644C-8B92-B818-645A92402A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24D87E5-55A9-12E2-824B-CF72E2695D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x-none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12A1690-4832-509D-6B90-77CA795F3D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B96979-5F90-1E49-80BF-7D3DAEE95EFC}" type="slidenum">
              <a:rPr kumimoji="1" lang="x-none" altLang="en-US" smtClean="0"/>
              <a:t>6</a:t>
            </a:fld>
            <a:endParaRPr kumimoji="1" lang="x-none" altLang="en-US"/>
          </a:p>
        </p:txBody>
      </p:sp>
    </p:spTree>
    <p:extLst>
      <p:ext uri="{BB962C8B-B14F-4D97-AF65-F5344CB8AC3E}">
        <p14:creationId xmlns:p14="http://schemas.microsoft.com/office/powerpoint/2010/main" val="36477007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A9E9B2-4E8F-86A3-ABFA-2BCDFD63AC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335E012-2552-746A-2432-88994C628C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AA5F5C5-7B9E-7629-F8CD-6F7E4A4BA1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x-none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82F11A8-BAD2-B07C-701E-746E1D08B9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B96979-5F90-1E49-80BF-7D3DAEE95EFC}" type="slidenum">
              <a:rPr kumimoji="1" lang="x-none" altLang="en-US" smtClean="0"/>
              <a:t>7</a:t>
            </a:fld>
            <a:endParaRPr kumimoji="1" lang="x-none" altLang="en-US"/>
          </a:p>
        </p:txBody>
      </p:sp>
    </p:spTree>
    <p:extLst>
      <p:ext uri="{BB962C8B-B14F-4D97-AF65-F5344CB8AC3E}">
        <p14:creationId xmlns:p14="http://schemas.microsoft.com/office/powerpoint/2010/main" val="41274193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1105AC-0E36-296B-7CEA-A0E264EF15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32F5969-783A-FA14-795C-501DF26550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A01AD56-1B8F-7197-02FC-C5F89DB4C7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x-none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994069E-C087-4576-9D93-EB55AD2FD0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B96979-5F90-1E49-80BF-7D3DAEE95EFC}" type="slidenum">
              <a:rPr kumimoji="1" lang="x-none" altLang="en-US" smtClean="0"/>
              <a:t>8</a:t>
            </a:fld>
            <a:endParaRPr kumimoji="1" lang="x-none" altLang="en-US"/>
          </a:p>
        </p:txBody>
      </p:sp>
    </p:spTree>
    <p:extLst>
      <p:ext uri="{BB962C8B-B14F-4D97-AF65-F5344CB8AC3E}">
        <p14:creationId xmlns:p14="http://schemas.microsoft.com/office/powerpoint/2010/main" val="2761200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_회사소개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래픽 5">
            <a:extLst>
              <a:ext uri="{FF2B5EF4-FFF2-40B4-BE49-F238E27FC236}">
                <a16:creationId xmlns:a16="http://schemas.microsoft.com/office/drawing/2014/main" id="{DDB5D08C-E48C-33C0-A5BA-BC4E9AF4A02C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6029" t="-23096" r="230" b="-1"/>
          <a:stretch/>
        </p:blipFill>
        <p:spPr>
          <a:xfrm>
            <a:off x="0" y="548645"/>
            <a:ext cx="9144000" cy="582016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814D345-D555-88F0-06BF-4E492E2445C0}"/>
              </a:ext>
            </a:extLst>
          </p:cNvPr>
          <p:cNvSpPr txBox="1"/>
          <p:nvPr userDrawn="1"/>
        </p:nvSpPr>
        <p:spPr>
          <a:xfrm>
            <a:off x="3498629" y="589079"/>
            <a:ext cx="214674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>
                <a:solidFill>
                  <a:schemeClr val="tx2"/>
                </a:solidFill>
                <a:latin typeface="나눔스퀘어 네오 OTF ExtraBold" panose="00000900000000000000" pitchFamily="50" charset="-127"/>
                <a:ea typeface="나눔스퀘어 네오 OTF ExtraBold" panose="00000900000000000000" pitchFamily="50" charset="-127"/>
              </a:rPr>
              <a:t>Software for Safe World</a:t>
            </a:r>
            <a:endParaRPr lang="ko-KR" altLang="en-US" sz="1200" dirty="0">
              <a:solidFill>
                <a:schemeClr val="tx2"/>
              </a:solidFill>
              <a:latin typeface="나눔스퀘어 네오 OTF ExtraBold" panose="00000900000000000000" pitchFamily="50" charset="-127"/>
              <a:ea typeface="나눔스퀘어 네오 OTF ExtraBold" panose="00000900000000000000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2D09B5B-ADA0-CFD7-4AA6-5C75669BB7A5}"/>
              </a:ext>
            </a:extLst>
          </p:cNvPr>
          <p:cNvSpPr txBox="1"/>
          <p:nvPr/>
        </p:nvSpPr>
        <p:spPr>
          <a:xfrm>
            <a:off x="5229736" y="6301432"/>
            <a:ext cx="3554114" cy="230832"/>
          </a:xfrm>
          <a:prstGeom prst="rect">
            <a:avLst/>
          </a:prstGeom>
          <a:ln>
            <a:noFill/>
          </a:ln>
        </p:spPr>
        <p:txBody>
          <a:bodyPr vert="horz" wrap="square" lIns="90000" tIns="45720" rIns="0" bIns="45720" rtlCol="0">
            <a:spAutoFit/>
          </a:bodyPr>
          <a:lstStyle>
            <a:lvl1pPr marR="0" lvl="0" indent="0" algn="r" defTabSz="914377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ko-KR" altLang="en-US" sz="1200" b="0" i="0" u="none" strike="noStrike" cap="none" spc="0" normalizeH="0" baseline="0">
                <a:ln>
                  <a:noFill/>
                </a:ln>
                <a:solidFill>
                  <a:schemeClr val="bg1">
                    <a:alpha val="6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맑은 고딕" panose="020B0503020000020004" pitchFamily="50" charset="-127"/>
                <a:cs typeface="Segoe UI" panose="020B0502040204020203" pitchFamily="34" charset="0"/>
              </a:defRPr>
            </a:lvl1pPr>
            <a:lvl2pPr marL="265113" marR="0" indent="-265113" defTabSz="914377" fontAlgn="auto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>
                <a:tab pos="0" algn="l"/>
                <a:tab pos="265113" algn="l"/>
              </a:tabLst>
              <a:defRPr kumimoji="0" lang="ko-KR" altLang="en-US" sz="1600" b="0" i="0" u="none" strike="noStrike" cap="none" spc="0" normalizeH="0" baseline="0">
                <a:ln>
                  <a:noFill/>
                </a:ln>
                <a:solidFill>
                  <a:srgbClr val="262626">
                    <a:lumMod val="85000"/>
                    <a:lumOff val="15000"/>
                  </a:srgbClr>
                </a:solidFill>
                <a:effectLst/>
                <a:uLnTx/>
                <a:uFillTx/>
                <a:latin typeface="Segoe UI" panose="020B0502040204020203" pitchFamily="34" charset="0"/>
                <a:ea typeface="맑은 고딕" panose="020B0503020000020004" pitchFamily="50" charset="-127"/>
                <a:cs typeface="Segoe UI" panose="020B0502040204020203" pitchFamily="34" charset="0"/>
              </a:defRPr>
            </a:lvl2pPr>
            <a:lvl3pPr marL="623888" marR="0" indent="-265113" defTabSz="628635" fontAlgn="auto">
              <a:lnSpc>
                <a:spcPct val="120000"/>
              </a:lnSpc>
              <a:spcBef>
                <a:spcPts val="500"/>
              </a:spcBef>
              <a:spcAft>
                <a:spcPts val="500"/>
              </a:spcAft>
              <a:buClrTx/>
              <a:buSzTx/>
              <a:buFont typeface="Arial" panose="020B0604020202020204" pitchFamily="34" charset="0"/>
              <a:buChar char="•"/>
              <a:tabLst>
                <a:tab pos="444500" algn="l"/>
              </a:tabLst>
              <a:defRPr kumimoji="0" lang="ko-KR" altLang="en-US" sz="1400" b="0" i="0" u="none" strike="noStrike" cap="none" spc="0" normalizeH="0" baseline="0">
                <a:ln>
                  <a:noFill/>
                </a:ln>
                <a:solidFill>
                  <a:srgbClr val="262626">
                    <a:lumMod val="85000"/>
                    <a:lumOff val="15000"/>
                  </a:srgbClr>
                </a:solidFill>
                <a:effectLst/>
                <a:uLnTx/>
                <a:uFillTx/>
                <a:latin typeface="Segoe UI" panose="020B0502040204020203" pitchFamily="34" charset="0"/>
                <a:ea typeface="맑은 고딕" panose="020B0503020000020004" pitchFamily="50" charset="-127"/>
                <a:cs typeface="Segoe UI" panose="020B0502040204020203" pitchFamily="34" charset="0"/>
              </a:defRPr>
            </a:lvl3pPr>
            <a:lvl4pPr marL="982663" marR="0" indent="-265113" defTabSz="914377" fontAlgn="auto">
              <a:lnSpc>
                <a:spcPct val="120000"/>
              </a:lnSpc>
              <a:spcBef>
                <a:spcPts val="500"/>
              </a:spcBef>
              <a:spcAft>
                <a:spcPts val="500"/>
              </a:spcAft>
              <a:buClrTx/>
              <a:buSzTx/>
              <a:buFont typeface="SpoqaHanSans-Regular" panose="020B0500000000000000" pitchFamily="50" charset="-127"/>
              <a:buChar char="-"/>
              <a:tabLst>
                <a:tab pos="444500" algn="l"/>
              </a:tabLst>
              <a:defRPr kumimoji="0" lang="ko-KR" altLang="en-US" sz="1200" b="0" i="0" u="none" strike="noStrike" cap="none" spc="0" normalizeH="0" baseline="0">
                <a:ln>
                  <a:noFill/>
                </a:ln>
                <a:solidFill>
                  <a:srgbClr val="262626">
                    <a:lumMod val="85000"/>
                    <a:lumOff val="15000"/>
                  </a:srgbClr>
                </a:solidFill>
                <a:effectLst/>
                <a:uLnTx/>
                <a:uFillTx/>
                <a:latin typeface="Segoe UI" panose="020B0502040204020203" pitchFamily="34" charset="0"/>
                <a:ea typeface="맑은 고딕" panose="020B0503020000020004" pitchFamily="50" charset="-127"/>
                <a:cs typeface="Segoe UI" panose="020B0502040204020203" pitchFamily="34" charset="0"/>
              </a:defRPr>
            </a:lvl4pPr>
            <a:lvl5pPr marL="1341438" marR="0" indent="-265113" defTabSz="581011" fontAlgn="auto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맑은 고딕" panose="020B0503020000020004" pitchFamily="50" charset="-127"/>
              <a:buChar char="-"/>
              <a:tabLst/>
              <a:defRPr kumimoji="0" lang="en-US" altLang="en-US" sz="1050" b="0" i="0" u="none" strike="noStrike" cap="none" spc="0" normalizeH="0" baseline="0">
                <a:ln>
                  <a:noFill/>
                </a:ln>
                <a:solidFill>
                  <a:srgbClr val="262626">
                    <a:lumMod val="85000"/>
                    <a:lumOff val="15000"/>
                  </a:srgbClr>
                </a:solidFill>
                <a:effectLst/>
                <a:uLnTx/>
                <a:uFillTx/>
                <a:latin typeface="Segoe UI" panose="020B0502040204020203" pitchFamily="34" charset="0"/>
                <a:ea typeface="맑은 고딕" panose="020B0503020000020004" pitchFamily="50" charset="-127"/>
                <a:cs typeface="Segoe UI" panose="020B0502040204020203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altLang="x-none" sz="950" b="0" i="0" spc="-30" baseline="0" dirty="0">
                <a:solidFill>
                  <a:schemeClr val="tx1">
                    <a:lumMod val="85000"/>
                    <a:lumOff val="15000"/>
                    <a:alpha val="60000"/>
                  </a:schemeClr>
                </a:solidFill>
                <a:latin typeface="+mn-ea"/>
                <a:ea typeface="+mn-ea"/>
              </a:rPr>
              <a:t>ⓒ 2026. </a:t>
            </a:r>
            <a:r>
              <a:rPr lang="en-US" altLang="x-none" sz="950" b="0" i="0" spc="-30" baseline="0" dirty="0" err="1">
                <a:solidFill>
                  <a:schemeClr val="tx1">
                    <a:lumMod val="85000"/>
                    <a:lumOff val="15000"/>
                    <a:alpha val="60000"/>
                  </a:schemeClr>
                </a:solidFill>
                <a:latin typeface="+mn-ea"/>
                <a:ea typeface="+mn-ea"/>
              </a:rPr>
              <a:t>Suresofttech</a:t>
            </a:r>
            <a:r>
              <a:rPr lang="en-US" altLang="x-none" sz="950" b="0" i="0" spc="-30" baseline="0" dirty="0">
                <a:solidFill>
                  <a:schemeClr val="tx1">
                    <a:lumMod val="85000"/>
                    <a:lumOff val="15000"/>
                    <a:alpha val="60000"/>
                  </a:schemeClr>
                </a:solidFill>
                <a:latin typeface="+mn-ea"/>
                <a:ea typeface="+mn-ea"/>
              </a:rPr>
              <a:t> Inc. All rights reserved.</a:t>
            </a:r>
            <a:endParaRPr lang="x-none" altLang="en-US" sz="950" b="0" i="0" spc="-30" baseline="0" dirty="0">
              <a:solidFill>
                <a:schemeClr val="tx1">
                  <a:lumMod val="85000"/>
                  <a:lumOff val="15000"/>
                  <a:alpha val="60000"/>
                </a:schemeClr>
              </a:solidFill>
              <a:latin typeface="+mn-ea"/>
              <a:ea typeface="+mn-ea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1E16F30B-7B23-5E67-2F65-ACE294D3C09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5799" y="2928572"/>
            <a:ext cx="2692402" cy="27603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FFFE917F-F11C-4666-F5C4-660B12F9234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392381" y="3338941"/>
            <a:ext cx="6359238" cy="315343"/>
          </a:xfrm>
          <a:noFill/>
        </p:spPr>
        <p:txBody>
          <a:bodyPr wrap="square" rtlCol="0">
            <a:spAutoFit/>
          </a:bodyPr>
          <a:lstStyle>
            <a:lvl1pPr algn="ctr">
              <a:defRPr lang="en-US" sz="1600" spc="-70" dirty="0">
                <a:cs typeface="+mn-cs"/>
              </a:defRPr>
            </a:lvl1pPr>
          </a:lstStyle>
          <a:p>
            <a:pPr marL="0" lvl="0" algn="ctr" defTabSz="457200" latinLnBrk="0"/>
            <a:r>
              <a:rPr lang="ko-KR" altLang="en-US" dirty="0"/>
              <a:t>마스터 제목 편집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13170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_기타문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래픽 6">
            <a:extLst>
              <a:ext uri="{FF2B5EF4-FFF2-40B4-BE49-F238E27FC236}">
                <a16:creationId xmlns:a16="http://schemas.microsoft.com/office/drawing/2014/main" id="{F00AA3A2-A2C8-3AC7-1600-A60BA226FA01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6029" t="-23096" r="230" b="-1"/>
          <a:stretch/>
        </p:blipFill>
        <p:spPr>
          <a:xfrm>
            <a:off x="0" y="548645"/>
            <a:ext cx="9144000" cy="58201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5800" y="2864199"/>
            <a:ext cx="7772400" cy="454740"/>
          </a:xfrm>
        </p:spPr>
        <p:txBody>
          <a:bodyPr anchor="b">
            <a:spAutoFit/>
          </a:bodyPr>
          <a:lstStyle>
            <a:lvl1pPr algn="ctr">
              <a:defRPr sz="2600" spc="-100" baseline="0">
                <a:solidFill>
                  <a:schemeClr val="tx2"/>
                </a:solidFill>
              </a:defRPr>
            </a:lvl1pPr>
          </a:lstStyle>
          <a:p>
            <a:r>
              <a:rPr lang="ko-KR" altLang="en-US" dirty="0"/>
              <a:t>마스터 제목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143000" y="3347531"/>
            <a:ext cx="6858000" cy="370743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buNone/>
              <a:defRPr sz="1600" spc="-70" baseline="0">
                <a:solidFill>
                  <a:schemeClr val="tx2">
                    <a:lumMod val="50000"/>
                  </a:schemeClr>
                </a:solidFill>
                <a:latin typeface="나눔스퀘어 네오 OTF ExtraBold" panose="00000900000000000000" pitchFamily="50" charset="-127"/>
                <a:ea typeface="나눔스퀘어 네오 OTF ExtraBold" panose="00000900000000000000" pitchFamily="50" charset="-12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클릭하여 마스터 부제목 편집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AB7E129-3704-6D23-EF6B-D65E3083892B}"/>
              </a:ext>
            </a:extLst>
          </p:cNvPr>
          <p:cNvSpPr txBox="1"/>
          <p:nvPr userDrawn="1"/>
        </p:nvSpPr>
        <p:spPr>
          <a:xfrm>
            <a:off x="3581186" y="673222"/>
            <a:ext cx="198163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dirty="0">
                <a:solidFill>
                  <a:schemeClr val="bg1">
                    <a:lumMod val="50000"/>
                  </a:schemeClr>
                </a:solidFill>
                <a:latin typeface="나눔스퀘어 네오 OTF ExtraBold" panose="00000900000000000000" pitchFamily="50" charset="-127"/>
                <a:ea typeface="나눔스퀘어 네오 OTF ExtraBold" panose="00000900000000000000" pitchFamily="50" charset="-127"/>
              </a:rPr>
              <a:t>Software for Safe World</a:t>
            </a:r>
            <a:endParaRPr lang="ko-KR" altLang="en-US" sz="1100" dirty="0">
              <a:solidFill>
                <a:schemeClr val="bg1">
                  <a:lumMod val="50000"/>
                </a:schemeClr>
              </a:solidFill>
              <a:latin typeface="나눔스퀘어 네오 OTF ExtraBold" panose="00000900000000000000" pitchFamily="50" charset="-127"/>
              <a:ea typeface="나눔스퀘어 네오 OTF ExtraBold" panose="00000900000000000000" pitchFamily="50" charset="-127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302C2962-13CA-67D6-7DB9-C31BEE4A5A4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5900" y="506246"/>
            <a:ext cx="1092200" cy="111974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88C79F16-CE91-413D-96B1-8646B8829D68}"/>
              </a:ext>
            </a:extLst>
          </p:cNvPr>
          <p:cNvSpPr txBox="1"/>
          <p:nvPr/>
        </p:nvSpPr>
        <p:spPr>
          <a:xfrm>
            <a:off x="5229736" y="6301432"/>
            <a:ext cx="3554114" cy="230832"/>
          </a:xfrm>
          <a:prstGeom prst="rect">
            <a:avLst/>
          </a:prstGeom>
          <a:ln>
            <a:noFill/>
          </a:ln>
        </p:spPr>
        <p:txBody>
          <a:bodyPr vert="horz" wrap="square" lIns="90000" tIns="45720" rIns="0" bIns="45720" rtlCol="0">
            <a:spAutoFit/>
          </a:bodyPr>
          <a:lstStyle>
            <a:defPPr>
              <a:defRPr lang="en-US"/>
            </a:defPPr>
            <a:lvl1pPr marR="0" lvl="0" indent="0" algn="r" defTabSz="914377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950" b="0" i="0" u="none" strike="noStrike" cap="none" spc="-30" normalizeH="0" baseline="0">
                <a:ln>
                  <a:noFill/>
                </a:ln>
                <a:solidFill>
                  <a:schemeClr val="tx1">
                    <a:lumMod val="85000"/>
                    <a:lumOff val="15000"/>
                    <a:alpha val="60000"/>
                  </a:schemeClr>
                </a:solidFill>
                <a:effectLst/>
                <a:uLnTx/>
                <a:uFillTx/>
                <a:latin typeface="+mn-ea"/>
                <a:cs typeface="Segoe UI" panose="020B0502040204020203" pitchFamily="34" charset="0"/>
              </a:defRPr>
            </a:lvl1pPr>
            <a:lvl2pPr marL="265113" marR="0" indent="-265113" defTabSz="914377" fontAlgn="auto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>
                <a:tab pos="0" algn="l"/>
                <a:tab pos="265113" algn="l"/>
              </a:tabLst>
              <a:defRPr kumimoji="0" sz="1600" b="0" i="0" u="none" strike="noStrike" cap="none" spc="0" normalizeH="0" baseline="0">
                <a:ln>
                  <a:noFill/>
                </a:ln>
                <a:solidFill>
                  <a:srgbClr val="262626">
                    <a:lumMod val="85000"/>
                    <a:lumOff val="15000"/>
                  </a:srgbClr>
                </a:solidFill>
                <a:effectLst/>
                <a:uLnTx/>
                <a:uFillTx/>
                <a:latin typeface="Segoe UI" panose="020B0502040204020203" pitchFamily="34" charset="0"/>
                <a:ea typeface="맑은 고딕" panose="020B0503020000020004" pitchFamily="50" charset="-127"/>
                <a:cs typeface="Segoe UI" panose="020B0502040204020203" pitchFamily="34" charset="0"/>
              </a:defRPr>
            </a:lvl2pPr>
            <a:lvl3pPr marL="623888" marR="0" indent="-265113" defTabSz="628635" fontAlgn="auto">
              <a:lnSpc>
                <a:spcPct val="120000"/>
              </a:lnSpc>
              <a:spcBef>
                <a:spcPts val="500"/>
              </a:spcBef>
              <a:spcAft>
                <a:spcPts val="500"/>
              </a:spcAft>
              <a:buClrTx/>
              <a:buSzTx/>
              <a:buFont typeface="Arial" panose="020B0604020202020204" pitchFamily="34" charset="0"/>
              <a:buChar char="•"/>
              <a:tabLst>
                <a:tab pos="444500" algn="l"/>
              </a:tabLst>
              <a:defRPr kumimoji="0" sz="1400" b="0" i="0" u="none" strike="noStrike" cap="none" spc="0" normalizeH="0" baseline="0">
                <a:ln>
                  <a:noFill/>
                </a:ln>
                <a:solidFill>
                  <a:srgbClr val="262626">
                    <a:lumMod val="85000"/>
                    <a:lumOff val="15000"/>
                  </a:srgbClr>
                </a:solidFill>
                <a:effectLst/>
                <a:uLnTx/>
                <a:uFillTx/>
                <a:latin typeface="Segoe UI" panose="020B0502040204020203" pitchFamily="34" charset="0"/>
                <a:ea typeface="맑은 고딕" panose="020B0503020000020004" pitchFamily="50" charset="-127"/>
                <a:cs typeface="Segoe UI" panose="020B0502040204020203" pitchFamily="34" charset="0"/>
              </a:defRPr>
            </a:lvl3pPr>
            <a:lvl4pPr marL="982663" marR="0" indent="-265113" defTabSz="914377" fontAlgn="auto">
              <a:lnSpc>
                <a:spcPct val="120000"/>
              </a:lnSpc>
              <a:spcBef>
                <a:spcPts val="500"/>
              </a:spcBef>
              <a:spcAft>
                <a:spcPts val="500"/>
              </a:spcAft>
              <a:buClrTx/>
              <a:buSzTx/>
              <a:buFont typeface="SpoqaHanSans-Regular" panose="020B0500000000000000" pitchFamily="50" charset="-127"/>
              <a:buChar char="-"/>
              <a:tabLst>
                <a:tab pos="444500" algn="l"/>
              </a:tabLst>
              <a:defRPr kumimoji="0" sz="1200" b="0" i="0" u="none" strike="noStrike" cap="none" spc="0" normalizeH="0" baseline="0">
                <a:ln>
                  <a:noFill/>
                </a:ln>
                <a:solidFill>
                  <a:srgbClr val="262626">
                    <a:lumMod val="85000"/>
                    <a:lumOff val="15000"/>
                  </a:srgbClr>
                </a:solidFill>
                <a:effectLst/>
                <a:uLnTx/>
                <a:uFillTx/>
                <a:latin typeface="Segoe UI" panose="020B0502040204020203" pitchFamily="34" charset="0"/>
                <a:ea typeface="맑은 고딕" panose="020B0503020000020004" pitchFamily="50" charset="-127"/>
                <a:cs typeface="Segoe UI" panose="020B0502040204020203" pitchFamily="34" charset="0"/>
              </a:defRPr>
            </a:lvl4pPr>
            <a:lvl5pPr marL="1341438" marR="0" indent="-265113" defTabSz="581011" fontAlgn="auto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맑은 고딕" panose="020B0503020000020004" pitchFamily="50" charset="-127"/>
              <a:buChar char="-"/>
              <a:tabLst/>
              <a:defRPr kumimoji="0" sz="1050" b="0" i="0" u="none" strike="noStrike" cap="none" spc="0" normalizeH="0" baseline="0">
                <a:ln>
                  <a:noFill/>
                </a:ln>
                <a:solidFill>
                  <a:srgbClr val="262626">
                    <a:lumMod val="85000"/>
                    <a:lumOff val="15000"/>
                  </a:srgbClr>
                </a:solidFill>
                <a:effectLst/>
                <a:uLnTx/>
                <a:uFillTx/>
                <a:latin typeface="Segoe UI" panose="020B0502040204020203" pitchFamily="34" charset="0"/>
                <a:ea typeface="맑은 고딕" panose="020B0503020000020004" pitchFamily="50" charset="-127"/>
                <a:cs typeface="Segoe UI" panose="020B0502040204020203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altLang="x-none" dirty="0"/>
              <a:t>ⓒ 2026. </a:t>
            </a:r>
            <a:r>
              <a:rPr lang="en-US" altLang="x-none" dirty="0" err="1"/>
              <a:t>Suresofttech</a:t>
            </a:r>
            <a:r>
              <a:rPr lang="en-US" altLang="x-none" dirty="0"/>
              <a:t> Inc. All rights reserved.</a:t>
            </a:r>
            <a:endParaRPr lang="x-none" altLang="en-US" dirty="0"/>
          </a:p>
        </p:txBody>
      </p:sp>
    </p:spTree>
    <p:extLst>
      <p:ext uri="{BB962C8B-B14F-4D97-AF65-F5344CB8AC3E}">
        <p14:creationId xmlns:p14="http://schemas.microsoft.com/office/powerpoint/2010/main" val="25680208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_기타문서_제목2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래픽 6">
            <a:extLst>
              <a:ext uri="{FF2B5EF4-FFF2-40B4-BE49-F238E27FC236}">
                <a16:creationId xmlns:a16="http://schemas.microsoft.com/office/drawing/2014/main" id="{F00AA3A2-A2C8-3AC7-1600-A60BA226FA01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6029" t="-23096" r="230" b="-1"/>
          <a:stretch/>
        </p:blipFill>
        <p:spPr>
          <a:xfrm>
            <a:off x="0" y="548645"/>
            <a:ext cx="9144000" cy="58201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5800" y="2633939"/>
            <a:ext cx="7772400" cy="822148"/>
          </a:xfrm>
        </p:spPr>
        <p:txBody>
          <a:bodyPr anchor="b">
            <a:spAutoFit/>
          </a:bodyPr>
          <a:lstStyle>
            <a:lvl1pPr algn="ctr">
              <a:lnSpc>
                <a:spcPct val="110000"/>
              </a:lnSpc>
              <a:defRPr sz="2200" spc="-100" baseline="0">
                <a:solidFill>
                  <a:schemeClr val="tx2"/>
                </a:solidFill>
              </a:defRPr>
            </a:lvl1pPr>
          </a:lstStyle>
          <a:p>
            <a:r>
              <a:rPr lang="ko-KR" altLang="en-US" dirty="0"/>
              <a:t>제목이 한 줄을 넘어가는 문서의 경우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ko-KR" altLang="en-US" dirty="0"/>
              <a:t>해당 표지를 사용하세요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143000" y="3484679"/>
            <a:ext cx="6858000" cy="370743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buNone/>
              <a:defRPr sz="1600" spc="-70" baseline="0">
                <a:solidFill>
                  <a:schemeClr val="tx2">
                    <a:lumMod val="50000"/>
                  </a:schemeClr>
                </a:solidFill>
                <a:latin typeface="나눔스퀘어 네오 OTF ExtraBold" panose="00000900000000000000" pitchFamily="50" charset="-127"/>
                <a:ea typeface="나눔스퀘어 네오 OTF ExtraBold" panose="00000900000000000000" pitchFamily="50" charset="-12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클릭하여 마스터 부제목 편집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AB7E129-3704-6D23-EF6B-D65E3083892B}"/>
              </a:ext>
            </a:extLst>
          </p:cNvPr>
          <p:cNvSpPr txBox="1"/>
          <p:nvPr userDrawn="1"/>
        </p:nvSpPr>
        <p:spPr>
          <a:xfrm>
            <a:off x="3581186" y="673222"/>
            <a:ext cx="198163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dirty="0">
                <a:solidFill>
                  <a:schemeClr val="bg1">
                    <a:lumMod val="50000"/>
                  </a:schemeClr>
                </a:solidFill>
                <a:latin typeface="나눔스퀘어 네오 OTF ExtraBold" panose="00000900000000000000" pitchFamily="50" charset="-127"/>
                <a:ea typeface="나눔스퀘어 네오 OTF ExtraBold" panose="00000900000000000000" pitchFamily="50" charset="-127"/>
              </a:rPr>
              <a:t>Software for Safe World</a:t>
            </a:r>
            <a:endParaRPr lang="ko-KR" altLang="en-US" sz="1100" dirty="0">
              <a:solidFill>
                <a:schemeClr val="bg1">
                  <a:lumMod val="50000"/>
                </a:schemeClr>
              </a:solidFill>
              <a:latin typeface="나눔스퀘어 네오 OTF ExtraBold" panose="00000900000000000000" pitchFamily="50" charset="-127"/>
              <a:ea typeface="나눔스퀘어 네오 OTF ExtraBold" panose="00000900000000000000" pitchFamily="50" charset="-127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302C2962-13CA-67D6-7DB9-C31BEE4A5A4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5900" y="506246"/>
            <a:ext cx="1092200" cy="111974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88C79F16-CE91-413D-96B1-8646B8829D68}"/>
              </a:ext>
            </a:extLst>
          </p:cNvPr>
          <p:cNvSpPr txBox="1"/>
          <p:nvPr/>
        </p:nvSpPr>
        <p:spPr>
          <a:xfrm>
            <a:off x="5229736" y="6301432"/>
            <a:ext cx="3554114" cy="230832"/>
          </a:xfrm>
          <a:prstGeom prst="rect">
            <a:avLst/>
          </a:prstGeom>
          <a:ln>
            <a:noFill/>
          </a:ln>
        </p:spPr>
        <p:txBody>
          <a:bodyPr vert="horz" wrap="square" lIns="90000" tIns="45720" rIns="0" bIns="45720" rtlCol="0">
            <a:spAutoFit/>
          </a:bodyPr>
          <a:lstStyle>
            <a:defPPr>
              <a:defRPr lang="en-US"/>
            </a:defPPr>
            <a:lvl1pPr marR="0" lvl="0" indent="0" algn="r" defTabSz="914377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950" b="0" i="0" u="none" strike="noStrike" cap="none" spc="-30" normalizeH="0" baseline="0">
                <a:ln>
                  <a:noFill/>
                </a:ln>
                <a:solidFill>
                  <a:schemeClr val="tx1">
                    <a:lumMod val="85000"/>
                    <a:lumOff val="15000"/>
                    <a:alpha val="60000"/>
                  </a:schemeClr>
                </a:solidFill>
                <a:effectLst/>
                <a:uLnTx/>
                <a:uFillTx/>
                <a:latin typeface="+mn-ea"/>
                <a:cs typeface="Segoe UI" panose="020B0502040204020203" pitchFamily="34" charset="0"/>
              </a:defRPr>
            </a:lvl1pPr>
            <a:lvl2pPr marL="265113" marR="0" indent="-265113" defTabSz="914377" fontAlgn="auto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>
                <a:tab pos="0" algn="l"/>
                <a:tab pos="265113" algn="l"/>
              </a:tabLst>
              <a:defRPr kumimoji="0" sz="1600" b="0" i="0" u="none" strike="noStrike" cap="none" spc="0" normalizeH="0" baseline="0">
                <a:ln>
                  <a:noFill/>
                </a:ln>
                <a:solidFill>
                  <a:srgbClr val="262626">
                    <a:lumMod val="85000"/>
                    <a:lumOff val="15000"/>
                  </a:srgbClr>
                </a:solidFill>
                <a:effectLst/>
                <a:uLnTx/>
                <a:uFillTx/>
                <a:latin typeface="Segoe UI" panose="020B0502040204020203" pitchFamily="34" charset="0"/>
                <a:ea typeface="맑은 고딕" panose="020B0503020000020004" pitchFamily="50" charset="-127"/>
                <a:cs typeface="Segoe UI" panose="020B0502040204020203" pitchFamily="34" charset="0"/>
              </a:defRPr>
            </a:lvl2pPr>
            <a:lvl3pPr marL="623888" marR="0" indent="-265113" defTabSz="628635" fontAlgn="auto">
              <a:lnSpc>
                <a:spcPct val="120000"/>
              </a:lnSpc>
              <a:spcBef>
                <a:spcPts val="500"/>
              </a:spcBef>
              <a:spcAft>
                <a:spcPts val="500"/>
              </a:spcAft>
              <a:buClrTx/>
              <a:buSzTx/>
              <a:buFont typeface="Arial" panose="020B0604020202020204" pitchFamily="34" charset="0"/>
              <a:buChar char="•"/>
              <a:tabLst>
                <a:tab pos="444500" algn="l"/>
              </a:tabLst>
              <a:defRPr kumimoji="0" sz="1400" b="0" i="0" u="none" strike="noStrike" cap="none" spc="0" normalizeH="0" baseline="0">
                <a:ln>
                  <a:noFill/>
                </a:ln>
                <a:solidFill>
                  <a:srgbClr val="262626">
                    <a:lumMod val="85000"/>
                    <a:lumOff val="15000"/>
                  </a:srgbClr>
                </a:solidFill>
                <a:effectLst/>
                <a:uLnTx/>
                <a:uFillTx/>
                <a:latin typeface="Segoe UI" panose="020B0502040204020203" pitchFamily="34" charset="0"/>
                <a:ea typeface="맑은 고딕" panose="020B0503020000020004" pitchFamily="50" charset="-127"/>
                <a:cs typeface="Segoe UI" panose="020B0502040204020203" pitchFamily="34" charset="0"/>
              </a:defRPr>
            </a:lvl3pPr>
            <a:lvl4pPr marL="982663" marR="0" indent="-265113" defTabSz="914377" fontAlgn="auto">
              <a:lnSpc>
                <a:spcPct val="120000"/>
              </a:lnSpc>
              <a:spcBef>
                <a:spcPts val="500"/>
              </a:spcBef>
              <a:spcAft>
                <a:spcPts val="500"/>
              </a:spcAft>
              <a:buClrTx/>
              <a:buSzTx/>
              <a:buFont typeface="SpoqaHanSans-Regular" panose="020B0500000000000000" pitchFamily="50" charset="-127"/>
              <a:buChar char="-"/>
              <a:tabLst>
                <a:tab pos="444500" algn="l"/>
              </a:tabLst>
              <a:defRPr kumimoji="0" sz="1200" b="0" i="0" u="none" strike="noStrike" cap="none" spc="0" normalizeH="0" baseline="0">
                <a:ln>
                  <a:noFill/>
                </a:ln>
                <a:solidFill>
                  <a:srgbClr val="262626">
                    <a:lumMod val="85000"/>
                    <a:lumOff val="15000"/>
                  </a:srgbClr>
                </a:solidFill>
                <a:effectLst/>
                <a:uLnTx/>
                <a:uFillTx/>
                <a:latin typeface="Segoe UI" panose="020B0502040204020203" pitchFamily="34" charset="0"/>
                <a:ea typeface="맑은 고딕" panose="020B0503020000020004" pitchFamily="50" charset="-127"/>
                <a:cs typeface="Segoe UI" panose="020B0502040204020203" pitchFamily="34" charset="0"/>
              </a:defRPr>
            </a:lvl4pPr>
            <a:lvl5pPr marL="1341438" marR="0" indent="-265113" defTabSz="581011" fontAlgn="auto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맑은 고딕" panose="020B0503020000020004" pitchFamily="50" charset="-127"/>
              <a:buChar char="-"/>
              <a:tabLst/>
              <a:defRPr kumimoji="0" sz="1050" b="0" i="0" u="none" strike="noStrike" cap="none" spc="0" normalizeH="0" baseline="0">
                <a:ln>
                  <a:noFill/>
                </a:ln>
                <a:solidFill>
                  <a:srgbClr val="262626">
                    <a:lumMod val="85000"/>
                    <a:lumOff val="15000"/>
                  </a:srgbClr>
                </a:solidFill>
                <a:effectLst/>
                <a:uLnTx/>
                <a:uFillTx/>
                <a:latin typeface="Segoe UI" panose="020B0502040204020203" pitchFamily="34" charset="0"/>
                <a:ea typeface="맑은 고딕" panose="020B0503020000020004" pitchFamily="50" charset="-127"/>
                <a:cs typeface="Segoe UI" panose="020B0502040204020203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altLang="x-none" dirty="0"/>
              <a:t>ⓒ 2026. </a:t>
            </a:r>
            <a:r>
              <a:rPr lang="en-US" altLang="x-none" dirty="0" err="1"/>
              <a:t>Suresofttech</a:t>
            </a:r>
            <a:r>
              <a:rPr lang="en-US" altLang="x-none" dirty="0"/>
              <a:t> Inc. All rights reserved.</a:t>
            </a:r>
            <a:endParaRPr lang="x-none" altLang="en-US" dirty="0"/>
          </a:p>
        </p:txBody>
      </p:sp>
    </p:spTree>
    <p:extLst>
      <p:ext uri="{BB962C8B-B14F-4D97-AF65-F5344CB8AC3E}">
        <p14:creationId xmlns:p14="http://schemas.microsoft.com/office/powerpoint/2010/main" val="25810940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목차_서브타이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AD752E69-A749-A4DB-18DB-452E2CE202B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5130"/>
          <a:stretch/>
        </p:blipFill>
        <p:spPr>
          <a:xfrm>
            <a:off x="82495" y="0"/>
            <a:ext cx="9061504" cy="5550900"/>
          </a:xfrm>
          <a:prstGeom prst="rect">
            <a:avLst/>
          </a:prstGeom>
        </p:spPr>
      </p:pic>
      <p:sp>
        <p:nvSpPr>
          <p:cNvPr id="29" name="텍스트 개체 틀 26">
            <a:extLst>
              <a:ext uri="{FF2B5EF4-FFF2-40B4-BE49-F238E27FC236}">
                <a16:creationId xmlns:a16="http://schemas.microsoft.com/office/drawing/2014/main" id="{C08E8EAA-D503-E765-98E5-CEAB1E92077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59214" y="5055562"/>
            <a:ext cx="2254132" cy="7203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spcBef>
                <a:spcPts val="0"/>
              </a:spcBef>
              <a:buFontTx/>
              <a:buNone/>
              <a:defRPr lang="ko-KR" altLang="en-US" sz="1100" dirty="0" smtClean="0">
                <a:solidFill>
                  <a:schemeClr val="tx2">
                    <a:lumMod val="50000"/>
                  </a:schemeClr>
                </a:solidFill>
                <a:latin typeface="+mn-ea"/>
              </a:defRPr>
            </a:lvl1pPr>
          </a:lstStyle>
          <a:p>
            <a:pPr marL="0" lvl="0" defTabSz="457200" latinLnBrk="0">
              <a:lnSpc>
                <a:spcPct val="110000"/>
              </a:lnSpc>
              <a:spcAft>
                <a:spcPts val="300"/>
              </a:spcAft>
            </a:pPr>
            <a:r>
              <a:rPr lang="ko-KR" altLang="en-US" dirty="0"/>
              <a:t>첫 번째 페이지 제목을 입력하세요</a:t>
            </a:r>
            <a:endParaRPr lang="en-US" altLang="ko-KR" dirty="0"/>
          </a:p>
          <a:p>
            <a:pPr marL="0" lvl="0" defTabSz="457200" latinLnBrk="0">
              <a:lnSpc>
                <a:spcPct val="110000"/>
              </a:lnSpc>
              <a:spcAft>
                <a:spcPts val="300"/>
              </a:spcAft>
            </a:pPr>
            <a:r>
              <a:rPr lang="ko-KR" altLang="en-US" dirty="0"/>
              <a:t>두 번째 페이지 제목을 입력하세요</a:t>
            </a:r>
            <a:endParaRPr lang="en-US" altLang="ko-KR" dirty="0"/>
          </a:p>
          <a:p>
            <a:pPr marL="0" lvl="0" defTabSz="457200" latinLnBrk="0">
              <a:lnSpc>
                <a:spcPct val="110000"/>
              </a:lnSpc>
              <a:spcAft>
                <a:spcPts val="300"/>
              </a:spcAft>
            </a:pPr>
            <a:r>
              <a:rPr lang="ko-KR" altLang="en-US" dirty="0"/>
              <a:t>세 번째 페이지 제목을 입력하세요</a:t>
            </a:r>
          </a:p>
        </p:txBody>
      </p:sp>
      <p:sp>
        <p:nvSpPr>
          <p:cNvPr id="28" name="텍스트 개체 틀 26">
            <a:extLst>
              <a:ext uri="{FF2B5EF4-FFF2-40B4-BE49-F238E27FC236}">
                <a16:creationId xmlns:a16="http://schemas.microsoft.com/office/drawing/2014/main" id="{68825A5B-BE1C-9741-4F2C-F7257FB7874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475113" y="5055562"/>
            <a:ext cx="2253021" cy="7203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spcBef>
                <a:spcPts val="0"/>
              </a:spcBef>
              <a:buFontTx/>
              <a:buNone/>
              <a:defRPr lang="ko-KR" altLang="en-US" sz="1100" dirty="0" smtClean="0">
                <a:solidFill>
                  <a:schemeClr val="tx2">
                    <a:lumMod val="50000"/>
                  </a:schemeClr>
                </a:solidFill>
                <a:latin typeface="+mn-ea"/>
              </a:defRPr>
            </a:lvl1pPr>
          </a:lstStyle>
          <a:p>
            <a:pPr marL="0" lvl="0" defTabSz="457200" latinLnBrk="0">
              <a:lnSpc>
                <a:spcPct val="110000"/>
              </a:lnSpc>
              <a:spcAft>
                <a:spcPts val="300"/>
              </a:spcAft>
            </a:pPr>
            <a:r>
              <a:rPr lang="ko-KR" altLang="en-US" dirty="0"/>
              <a:t>첫 번째 페이지 제목을 입력하세요</a:t>
            </a:r>
            <a:endParaRPr lang="en-US" altLang="ko-KR" dirty="0"/>
          </a:p>
          <a:p>
            <a:pPr marL="0" lvl="0" defTabSz="457200" latinLnBrk="0">
              <a:lnSpc>
                <a:spcPct val="110000"/>
              </a:lnSpc>
              <a:spcAft>
                <a:spcPts val="300"/>
              </a:spcAft>
            </a:pPr>
            <a:r>
              <a:rPr lang="ko-KR" altLang="en-US" dirty="0"/>
              <a:t>두 번째 페이지 제목을 입력하세요</a:t>
            </a:r>
            <a:endParaRPr lang="en-US" altLang="ko-KR" dirty="0"/>
          </a:p>
          <a:p>
            <a:pPr marL="0" lvl="0" defTabSz="457200" latinLnBrk="0">
              <a:lnSpc>
                <a:spcPct val="110000"/>
              </a:lnSpc>
              <a:spcAft>
                <a:spcPts val="300"/>
              </a:spcAft>
            </a:pPr>
            <a:r>
              <a:rPr lang="ko-KR" altLang="en-US" dirty="0"/>
              <a:t>세 번째 페이지 제목을 입력하세요</a:t>
            </a:r>
          </a:p>
        </p:txBody>
      </p:sp>
      <p:sp>
        <p:nvSpPr>
          <p:cNvPr id="27" name="텍스트 개체 틀 26">
            <a:extLst>
              <a:ext uri="{FF2B5EF4-FFF2-40B4-BE49-F238E27FC236}">
                <a16:creationId xmlns:a16="http://schemas.microsoft.com/office/drawing/2014/main" id="{F994BDC7-3A8A-2686-D267-71EDEA714C3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5212" y="5055562"/>
            <a:ext cx="2254132" cy="7203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spcBef>
                <a:spcPts val="0"/>
              </a:spcBef>
              <a:buFontTx/>
              <a:buNone/>
              <a:defRPr lang="ko-KR" altLang="en-US" sz="1100" dirty="0" smtClean="0">
                <a:solidFill>
                  <a:schemeClr val="tx2">
                    <a:lumMod val="50000"/>
                  </a:schemeClr>
                </a:solidFill>
                <a:latin typeface="+mn-ea"/>
              </a:defRPr>
            </a:lvl1pPr>
          </a:lstStyle>
          <a:p>
            <a:pPr marL="0" lvl="0" defTabSz="457200" latinLnBrk="0">
              <a:lnSpc>
                <a:spcPct val="110000"/>
              </a:lnSpc>
              <a:spcAft>
                <a:spcPts val="300"/>
              </a:spcAft>
            </a:pPr>
            <a:r>
              <a:rPr lang="ko-KR" altLang="en-US" dirty="0"/>
              <a:t>첫 번째 페이지 제목을 입력하세요</a:t>
            </a:r>
            <a:endParaRPr lang="en-US" altLang="ko-KR" dirty="0"/>
          </a:p>
          <a:p>
            <a:pPr marL="0" lvl="0" defTabSz="457200" latinLnBrk="0">
              <a:lnSpc>
                <a:spcPct val="110000"/>
              </a:lnSpc>
              <a:spcAft>
                <a:spcPts val="300"/>
              </a:spcAft>
            </a:pPr>
            <a:r>
              <a:rPr lang="ko-KR" altLang="en-US" dirty="0"/>
              <a:t>두 번째 페이지 제목을 입력하세요</a:t>
            </a:r>
            <a:endParaRPr lang="en-US" altLang="ko-KR" dirty="0"/>
          </a:p>
          <a:p>
            <a:pPr marL="0" lvl="0" defTabSz="457200" latinLnBrk="0">
              <a:lnSpc>
                <a:spcPct val="110000"/>
              </a:lnSpc>
              <a:spcAft>
                <a:spcPts val="300"/>
              </a:spcAft>
            </a:pPr>
            <a:r>
              <a:rPr lang="ko-KR" altLang="en-US" dirty="0"/>
              <a:t>세 번째 페이지 제목을 입력하세요</a:t>
            </a:r>
          </a:p>
        </p:txBody>
      </p:sp>
      <p:sp>
        <p:nvSpPr>
          <p:cNvPr id="24" name="텍스트 개체 틀 22">
            <a:extLst>
              <a:ext uri="{FF2B5EF4-FFF2-40B4-BE49-F238E27FC236}">
                <a16:creationId xmlns:a16="http://schemas.microsoft.com/office/drawing/2014/main" id="{85819643-4EDD-8118-CE46-E2EA52F5A83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74003" y="4607118"/>
            <a:ext cx="2253020" cy="3359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buFontTx/>
              <a:buNone/>
              <a:defRPr lang="ko-KR" altLang="en-US" sz="1400" spc="-50" dirty="0" smtClean="0">
                <a:solidFill>
                  <a:schemeClr val="tx2"/>
                </a:solidFill>
                <a:latin typeface="나눔스퀘어 네오 OTF ExtraBold" panose="00000900000000000000" pitchFamily="50" charset="-127"/>
                <a:ea typeface="나눔스퀘어 네오 OTF ExtraBold" panose="00000900000000000000" pitchFamily="50" charset="-127"/>
              </a:defRPr>
            </a:lvl1pPr>
            <a:lvl2pPr>
              <a:defRPr lang="ko-KR" altLang="en-US" sz="1800" dirty="0" smtClean="0"/>
            </a:lvl2pPr>
            <a:lvl3pPr>
              <a:defRPr lang="ko-KR" altLang="en-US" sz="1800" dirty="0" smtClean="0"/>
            </a:lvl3pPr>
            <a:lvl4pPr>
              <a:defRPr lang="ko-KR" altLang="en-US" dirty="0" smtClean="0"/>
            </a:lvl4pPr>
            <a:lvl5pPr>
              <a:defRPr lang="ko-KR" altLang="en-US" dirty="0"/>
            </a:lvl5pPr>
          </a:lstStyle>
          <a:p>
            <a:pPr marL="0" lvl="0" defTabSz="457200" latinLnBrk="0"/>
            <a:r>
              <a:rPr lang="ko-KR" altLang="en-US" dirty="0"/>
              <a:t>제목을 입력하세요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45BEC0A6-4E97-482A-7905-6B9DF3A19D9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462" y="1152347"/>
            <a:ext cx="1456845" cy="14935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93A6CA3-5AA2-0704-AD28-CFDFFA03338E}"/>
              </a:ext>
            </a:extLst>
          </p:cNvPr>
          <p:cNvSpPr txBox="1"/>
          <p:nvPr userDrawn="1"/>
        </p:nvSpPr>
        <p:spPr>
          <a:xfrm>
            <a:off x="545212" y="1376242"/>
            <a:ext cx="250260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algn="ctr">
              <a:defRPr sz="1600" spc="-70">
                <a:solidFill>
                  <a:schemeClr val="tx2">
                    <a:lumMod val="50000"/>
                  </a:schemeClr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defRPr>
            </a:lvl1pPr>
          </a:lstStyle>
          <a:p>
            <a:pPr algn="l"/>
            <a:r>
              <a:rPr lang="en-US" altLang="ko-KR" spc="0" dirty="0">
                <a:latin typeface="+mj-ea"/>
                <a:ea typeface="+mj-ea"/>
              </a:rPr>
              <a:t>TABLE OF CONTENTS</a:t>
            </a:r>
            <a:endParaRPr lang="ko-KR" altLang="en-US" spc="0" dirty="0">
              <a:latin typeface="+mj-ea"/>
              <a:ea typeface="+mj-ea"/>
            </a:endParaRP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696BF0D5-DBB2-3C80-ECAB-B9AFA42465B6}"/>
              </a:ext>
            </a:extLst>
          </p:cNvPr>
          <p:cNvCxnSpPr>
            <a:cxnSpLocks/>
          </p:cNvCxnSpPr>
          <p:nvPr userDrawn="1"/>
        </p:nvCxnSpPr>
        <p:spPr>
          <a:xfrm>
            <a:off x="639344" y="4963855"/>
            <a:ext cx="2160000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0CE5EDDD-C526-CCF5-9584-92F02CBF1BE5}"/>
              </a:ext>
            </a:extLst>
          </p:cNvPr>
          <p:cNvCxnSpPr>
            <a:cxnSpLocks/>
          </p:cNvCxnSpPr>
          <p:nvPr userDrawn="1"/>
        </p:nvCxnSpPr>
        <p:spPr>
          <a:xfrm>
            <a:off x="3568135" y="4963855"/>
            <a:ext cx="2160000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70686EAE-B51D-0421-C84D-9729E7509651}"/>
              </a:ext>
            </a:extLst>
          </p:cNvPr>
          <p:cNvCxnSpPr>
            <a:cxnSpLocks/>
          </p:cNvCxnSpPr>
          <p:nvPr userDrawn="1"/>
        </p:nvCxnSpPr>
        <p:spPr>
          <a:xfrm>
            <a:off x="6353346" y="4963855"/>
            <a:ext cx="2160000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타원 17">
            <a:extLst>
              <a:ext uri="{FF2B5EF4-FFF2-40B4-BE49-F238E27FC236}">
                <a16:creationId xmlns:a16="http://schemas.microsoft.com/office/drawing/2014/main" id="{B1EB4CBD-C19D-9E5D-D5CC-9CD1CF319274}"/>
              </a:ext>
            </a:extLst>
          </p:cNvPr>
          <p:cNvSpPr/>
          <p:nvPr userDrawn="1"/>
        </p:nvSpPr>
        <p:spPr>
          <a:xfrm>
            <a:off x="7179733" y="3052233"/>
            <a:ext cx="137584" cy="137584"/>
          </a:xfrm>
          <a:prstGeom prst="ellipse">
            <a:avLst/>
          </a:prstGeom>
          <a:solidFill>
            <a:srgbClr val="A6AD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8BD8D91C-CFE0-A581-8CBF-A19929C9930D}"/>
              </a:ext>
            </a:extLst>
          </p:cNvPr>
          <p:cNvSpPr/>
          <p:nvPr userDrawn="1"/>
        </p:nvSpPr>
        <p:spPr>
          <a:xfrm>
            <a:off x="5901461" y="968197"/>
            <a:ext cx="79553" cy="79553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98D6BEF6-3312-DB2D-3D25-8E3F23D25328}"/>
              </a:ext>
            </a:extLst>
          </p:cNvPr>
          <p:cNvSpPr/>
          <p:nvPr userDrawn="1"/>
        </p:nvSpPr>
        <p:spPr>
          <a:xfrm>
            <a:off x="3826933" y="664633"/>
            <a:ext cx="137584" cy="137584"/>
          </a:xfrm>
          <a:prstGeom prst="ellipse">
            <a:avLst/>
          </a:prstGeom>
          <a:solidFill>
            <a:srgbClr val="A6ADD6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텍스트 개체 틀 22">
            <a:extLst>
              <a:ext uri="{FF2B5EF4-FFF2-40B4-BE49-F238E27FC236}">
                <a16:creationId xmlns:a16="http://schemas.microsoft.com/office/drawing/2014/main" id="{36DF1567-E253-5219-A47B-D5962357EE4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5211" y="4607118"/>
            <a:ext cx="2254131" cy="3359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buFontTx/>
              <a:buNone/>
              <a:defRPr lang="ko-KR" altLang="en-US" sz="1400" spc="-50" dirty="0" smtClean="0">
                <a:solidFill>
                  <a:schemeClr val="tx2"/>
                </a:solidFill>
                <a:latin typeface="나눔스퀘어 네오 OTF ExtraBold" panose="00000900000000000000" pitchFamily="50" charset="-127"/>
                <a:ea typeface="나눔스퀘어 네오 OTF ExtraBold" panose="00000900000000000000" pitchFamily="50" charset="-127"/>
              </a:defRPr>
            </a:lvl1pPr>
            <a:lvl2pPr>
              <a:defRPr lang="ko-KR" altLang="en-US" sz="1800" dirty="0" smtClean="0"/>
            </a:lvl2pPr>
            <a:lvl3pPr>
              <a:defRPr lang="ko-KR" altLang="en-US" sz="1800" dirty="0" smtClean="0"/>
            </a:lvl3pPr>
            <a:lvl4pPr>
              <a:defRPr lang="ko-KR" altLang="en-US" dirty="0" smtClean="0"/>
            </a:lvl4pPr>
            <a:lvl5pPr>
              <a:defRPr lang="ko-KR" altLang="en-US" dirty="0"/>
            </a:lvl5pPr>
          </a:lstStyle>
          <a:p>
            <a:pPr marL="0" lvl="0" defTabSz="457200" latinLnBrk="0"/>
            <a:r>
              <a:rPr lang="ko-KR" altLang="en-US" dirty="0"/>
              <a:t>제목을 입력하세요</a:t>
            </a:r>
          </a:p>
        </p:txBody>
      </p:sp>
      <p:sp>
        <p:nvSpPr>
          <p:cNvPr id="25" name="텍스트 개체 틀 22">
            <a:extLst>
              <a:ext uri="{FF2B5EF4-FFF2-40B4-BE49-F238E27FC236}">
                <a16:creationId xmlns:a16="http://schemas.microsoft.com/office/drawing/2014/main" id="{DC6F003A-3DBE-AF91-AA4C-E2AEAACDDDC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214" y="4607118"/>
            <a:ext cx="2253020" cy="3359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buFontTx/>
              <a:buNone/>
              <a:defRPr lang="ko-KR" altLang="en-US" sz="1400" spc="-50" dirty="0" smtClean="0">
                <a:solidFill>
                  <a:schemeClr val="tx2"/>
                </a:solidFill>
                <a:latin typeface="나눔스퀘어 네오 OTF ExtraBold" panose="00000900000000000000" pitchFamily="50" charset="-127"/>
                <a:ea typeface="나눔스퀘어 네오 OTF ExtraBold" panose="00000900000000000000" pitchFamily="50" charset="-127"/>
              </a:defRPr>
            </a:lvl1pPr>
            <a:lvl2pPr>
              <a:defRPr lang="ko-KR" altLang="en-US" sz="1800" dirty="0" smtClean="0"/>
            </a:lvl2pPr>
            <a:lvl3pPr>
              <a:defRPr lang="ko-KR" altLang="en-US" sz="1800" dirty="0" smtClean="0"/>
            </a:lvl3pPr>
            <a:lvl4pPr>
              <a:defRPr lang="ko-KR" altLang="en-US" dirty="0" smtClean="0"/>
            </a:lvl4pPr>
            <a:lvl5pPr>
              <a:defRPr lang="ko-KR" altLang="en-US" dirty="0"/>
            </a:lvl5pPr>
          </a:lstStyle>
          <a:p>
            <a:pPr marL="0" lvl="0" defTabSz="457200" latinLnBrk="0"/>
            <a:r>
              <a:rPr lang="ko-KR" altLang="en-US" dirty="0"/>
              <a:t>제목을 입력하세요</a:t>
            </a:r>
          </a:p>
        </p:txBody>
      </p:sp>
    </p:spTree>
    <p:extLst>
      <p:ext uri="{BB962C8B-B14F-4D97-AF65-F5344CB8AC3E}">
        <p14:creationId xmlns:p14="http://schemas.microsoft.com/office/powerpoint/2010/main" val="90431435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목차_서브타이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AD752E69-A749-A4DB-18DB-452E2CE202B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5130"/>
          <a:stretch/>
        </p:blipFill>
        <p:spPr>
          <a:xfrm>
            <a:off x="82495" y="0"/>
            <a:ext cx="9061504" cy="5550900"/>
          </a:xfrm>
          <a:prstGeom prst="rect">
            <a:avLst/>
          </a:prstGeom>
        </p:spPr>
      </p:pic>
      <p:sp>
        <p:nvSpPr>
          <p:cNvPr id="29" name="텍스트 개체 틀 26">
            <a:extLst>
              <a:ext uri="{FF2B5EF4-FFF2-40B4-BE49-F238E27FC236}">
                <a16:creationId xmlns:a16="http://schemas.microsoft.com/office/drawing/2014/main" id="{C08E8EAA-D503-E765-98E5-CEAB1E92077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59214" y="5055562"/>
            <a:ext cx="2254132" cy="7203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spcBef>
                <a:spcPts val="0"/>
              </a:spcBef>
              <a:buFontTx/>
              <a:buNone/>
              <a:defRPr lang="ko-KR" altLang="en-US" sz="1100" dirty="0" smtClean="0">
                <a:solidFill>
                  <a:schemeClr val="tx2">
                    <a:lumMod val="50000"/>
                  </a:schemeClr>
                </a:solidFill>
                <a:latin typeface="+mn-ea"/>
              </a:defRPr>
            </a:lvl1pPr>
          </a:lstStyle>
          <a:p>
            <a:pPr marL="0" lvl="0" defTabSz="457200" latinLnBrk="0">
              <a:lnSpc>
                <a:spcPct val="110000"/>
              </a:lnSpc>
              <a:spcAft>
                <a:spcPts val="300"/>
              </a:spcAft>
            </a:pPr>
            <a:r>
              <a:rPr lang="ko-KR" altLang="en-US" dirty="0"/>
              <a:t>첫 번째 페이지 제목을 입력하세요</a:t>
            </a:r>
            <a:endParaRPr lang="en-US" altLang="ko-KR" dirty="0"/>
          </a:p>
          <a:p>
            <a:pPr marL="0" lvl="0" defTabSz="457200" latinLnBrk="0">
              <a:lnSpc>
                <a:spcPct val="110000"/>
              </a:lnSpc>
              <a:spcAft>
                <a:spcPts val="300"/>
              </a:spcAft>
            </a:pPr>
            <a:r>
              <a:rPr lang="ko-KR" altLang="en-US" dirty="0"/>
              <a:t>두 번째 페이지 제목을 입력하세요</a:t>
            </a:r>
            <a:endParaRPr lang="en-US" altLang="ko-KR" dirty="0"/>
          </a:p>
          <a:p>
            <a:pPr marL="0" lvl="0" defTabSz="457200" latinLnBrk="0">
              <a:lnSpc>
                <a:spcPct val="110000"/>
              </a:lnSpc>
              <a:spcAft>
                <a:spcPts val="300"/>
              </a:spcAft>
            </a:pPr>
            <a:r>
              <a:rPr lang="ko-KR" altLang="en-US" dirty="0"/>
              <a:t>세 번째 페이지 제목을 입력하세요</a:t>
            </a:r>
          </a:p>
        </p:txBody>
      </p:sp>
      <p:sp>
        <p:nvSpPr>
          <p:cNvPr id="28" name="텍스트 개체 틀 26">
            <a:extLst>
              <a:ext uri="{FF2B5EF4-FFF2-40B4-BE49-F238E27FC236}">
                <a16:creationId xmlns:a16="http://schemas.microsoft.com/office/drawing/2014/main" id="{68825A5B-BE1C-9741-4F2C-F7257FB7874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475113" y="5055562"/>
            <a:ext cx="2253021" cy="7203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spcBef>
                <a:spcPts val="0"/>
              </a:spcBef>
              <a:buFontTx/>
              <a:buNone/>
              <a:defRPr lang="ko-KR" altLang="en-US" sz="1100" dirty="0" smtClean="0">
                <a:solidFill>
                  <a:schemeClr val="tx2">
                    <a:lumMod val="50000"/>
                  </a:schemeClr>
                </a:solidFill>
                <a:latin typeface="+mn-ea"/>
              </a:defRPr>
            </a:lvl1pPr>
          </a:lstStyle>
          <a:p>
            <a:pPr marL="0" lvl="0" defTabSz="457200" latinLnBrk="0">
              <a:lnSpc>
                <a:spcPct val="110000"/>
              </a:lnSpc>
              <a:spcAft>
                <a:spcPts val="300"/>
              </a:spcAft>
            </a:pPr>
            <a:r>
              <a:rPr lang="ko-KR" altLang="en-US" dirty="0"/>
              <a:t>첫 번째 페이지 제목을 입력하세요</a:t>
            </a:r>
            <a:endParaRPr lang="en-US" altLang="ko-KR" dirty="0"/>
          </a:p>
          <a:p>
            <a:pPr marL="0" lvl="0" defTabSz="457200" latinLnBrk="0">
              <a:lnSpc>
                <a:spcPct val="110000"/>
              </a:lnSpc>
              <a:spcAft>
                <a:spcPts val="300"/>
              </a:spcAft>
            </a:pPr>
            <a:r>
              <a:rPr lang="ko-KR" altLang="en-US" dirty="0"/>
              <a:t>두 번째 페이지 제목을 입력하세요</a:t>
            </a:r>
            <a:endParaRPr lang="en-US" altLang="ko-KR" dirty="0"/>
          </a:p>
          <a:p>
            <a:pPr marL="0" lvl="0" defTabSz="457200" latinLnBrk="0">
              <a:lnSpc>
                <a:spcPct val="110000"/>
              </a:lnSpc>
              <a:spcAft>
                <a:spcPts val="300"/>
              </a:spcAft>
            </a:pPr>
            <a:r>
              <a:rPr lang="ko-KR" altLang="en-US" dirty="0"/>
              <a:t>세 번째 페이지 제목을 입력하세요</a:t>
            </a:r>
          </a:p>
        </p:txBody>
      </p:sp>
      <p:sp>
        <p:nvSpPr>
          <p:cNvPr id="24" name="텍스트 개체 틀 22">
            <a:extLst>
              <a:ext uri="{FF2B5EF4-FFF2-40B4-BE49-F238E27FC236}">
                <a16:creationId xmlns:a16="http://schemas.microsoft.com/office/drawing/2014/main" id="{85819643-4EDD-8118-CE46-E2EA52F5A83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74003" y="4607118"/>
            <a:ext cx="2253020" cy="3359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buFontTx/>
              <a:buNone/>
              <a:defRPr lang="ko-KR" altLang="en-US" sz="1400" spc="-50" dirty="0" smtClean="0">
                <a:solidFill>
                  <a:schemeClr val="tx2"/>
                </a:solidFill>
                <a:latin typeface="나눔스퀘어 네오 OTF ExtraBold" panose="00000900000000000000" pitchFamily="50" charset="-127"/>
                <a:ea typeface="나눔스퀘어 네오 OTF ExtraBold" panose="00000900000000000000" pitchFamily="50" charset="-127"/>
              </a:defRPr>
            </a:lvl1pPr>
            <a:lvl2pPr>
              <a:defRPr lang="ko-KR" altLang="en-US" sz="1800" dirty="0" smtClean="0"/>
            </a:lvl2pPr>
            <a:lvl3pPr>
              <a:defRPr lang="ko-KR" altLang="en-US" sz="1800" dirty="0" smtClean="0"/>
            </a:lvl3pPr>
            <a:lvl4pPr>
              <a:defRPr lang="ko-KR" altLang="en-US" dirty="0" smtClean="0"/>
            </a:lvl4pPr>
            <a:lvl5pPr>
              <a:defRPr lang="ko-KR" altLang="en-US" dirty="0"/>
            </a:lvl5pPr>
          </a:lstStyle>
          <a:p>
            <a:pPr marL="0" lvl="0" defTabSz="457200" latinLnBrk="0"/>
            <a:r>
              <a:rPr lang="ko-KR" altLang="en-US" dirty="0"/>
              <a:t>제목을 입력하세요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45BEC0A6-4E97-482A-7905-6B9DF3A19D9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462" y="1152347"/>
            <a:ext cx="1456845" cy="14935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93A6CA3-5AA2-0704-AD28-CFDFFA03338E}"/>
              </a:ext>
            </a:extLst>
          </p:cNvPr>
          <p:cNvSpPr txBox="1"/>
          <p:nvPr userDrawn="1"/>
        </p:nvSpPr>
        <p:spPr>
          <a:xfrm>
            <a:off x="545212" y="1376242"/>
            <a:ext cx="250260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algn="ctr">
              <a:defRPr sz="1600" spc="-70">
                <a:solidFill>
                  <a:schemeClr val="tx2">
                    <a:lumMod val="50000"/>
                  </a:schemeClr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defRPr>
            </a:lvl1pPr>
          </a:lstStyle>
          <a:p>
            <a:pPr algn="l"/>
            <a:r>
              <a:rPr lang="en-US" altLang="ko-KR" spc="0" dirty="0">
                <a:latin typeface="+mj-ea"/>
                <a:ea typeface="+mj-ea"/>
              </a:rPr>
              <a:t>TABLE OF CONTENTS</a:t>
            </a:r>
            <a:endParaRPr lang="ko-KR" altLang="en-US" spc="0" dirty="0">
              <a:latin typeface="+mj-ea"/>
              <a:ea typeface="+mj-ea"/>
            </a:endParaRP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0CE5EDDD-C526-CCF5-9584-92F02CBF1BE5}"/>
              </a:ext>
            </a:extLst>
          </p:cNvPr>
          <p:cNvCxnSpPr>
            <a:cxnSpLocks/>
          </p:cNvCxnSpPr>
          <p:nvPr userDrawn="1"/>
        </p:nvCxnSpPr>
        <p:spPr>
          <a:xfrm>
            <a:off x="3568135" y="4963855"/>
            <a:ext cx="2160000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70686EAE-B51D-0421-C84D-9729E7509651}"/>
              </a:ext>
            </a:extLst>
          </p:cNvPr>
          <p:cNvCxnSpPr>
            <a:cxnSpLocks/>
          </p:cNvCxnSpPr>
          <p:nvPr userDrawn="1"/>
        </p:nvCxnSpPr>
        <p:spPr>
          <a:xfrm>
            <a:off x="6353346" y="4963855"/>
            <a:ext cx="2160000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타원 17">
            <a:extLst>
              <a:ext uri="{FF2B5EF4-FFF2-40B4-BE49-F238E27FC236}">
                <a16:creationId xmlns:a16="http://schemas.microsoft.com/office/drawing/2014/main" id="{B1EB4CBD-C19D-9E5D-D5CC-9CD1CF319274}"/>
              </a:ext>
            </a:extLst>
          </p:cNvPr>
          <p:cNvSpPr/>
          <p:nvPr userDrawn="1"/>
        </p:nvSpPr>
        <p:spPr>
          <a:xfrm>
            <a:off x="7179733" y="3052233"/>
            <a:ext cx="137584" cy="137584"/>
          </a:xfrm>
          <a:prstGeom prst="ellipse">
            <a:avLst/>
          </a:prstGeom>
          <a:solidFill>
            <a:srgbClr val="A6AD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8BD8D91C-CFE0-A581-8CBF-A19929C9930D}"/>
              </a:ext>
            </a:extLst>
          </p:cNvPr>
          <p:cNvSpPr/>
          <p:nvPr userDrawn="1"/>
        </p:nvSpPr>
        <p:spPr>
          <a:xfrm>
            <a:off x="5901461" y="968197"/>
            <a:ext cx="79553" cy="79553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98D6BEF6-3312-DB2D-3D25-8E3F23D25328}"/>
              </a:ext>
            </a:extLst>
          </p:cNvPr>
          <p:cNvSpPr/>
          <p:nvPr userDrawn="1"/>
        </p:nvSpPr>
        <p:spPr>
          <a:xfrm>
            <a:off x="3826933" y="664633"/>
            <a:ext cx="137584" cy="137584"/>
          </a:xfrm>
          <a:prstGeom prst="ellipse">
            <a:avLst/>
          </a:prstGeom>
          <a:solidFill>
            <a:srgbClr val="A6ADD6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텍스트 개체 틀 22">
            <a:extLst>
              <a:ext uri="{FF2B5EF4-FFF2-40B4-BE49-F238E27FC236}">
                <a16:creationId xmlns:a16="http://schemas.microsoft.com/office/drawing/2014/main" id="{DC6F003A-3DBE-AF91-AA4C-E2AEAACDDDC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214" y="4607118"/>
            <a:ext cx="2253020" cy="3359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buFontTx/>
              <a:buNone/>
              <a:defRPr lang="ko-KR" altLang="en-US" sz="1400" spc="-50" dirty="0" smtClean="0">
                <a:solidFill>
                  <a:schemeClr val="tx2"/>
                </a:solidFill>
                <a:latin typeface="나눔스퀘어 네오 OTF ExtraBold" panose="00000900000000000000" pitchFamily="50" charset="-127"/>
                <a:ea typeface="나눔스퀘어 네오 OTF ExtraBold" panose="00000900000000000000" pitchFamily="50" charset="-127"/>
              </a:defRPr>
            </a:lvl1pPr>
            <a:lvl2pPr>
              <a:defRPr lang="ko-KR" altLang="en-US" sz="1800" dirty="0" smtClean="0"/>
            </a:lvl2pPr>
            <a:lvl3pPr>
              <a:defRPr lang="ko-KR" altLang="en-US" sz="1800" dirty="0" smtClean="0"/>
            </a:lvl3pPr>
            <a:lvl4pPr>
              <a:defRPr lang="ko-KR" altLang="en-US" dirty="0" smtClean="0"/>
            </a:lvl4pPr>
            <a:lvl5pPr>
              <a:defRPr lang="ko-KR" altLang="en-US" dirty="0"/>
            </a:lvl5pPr>
          </a:lstStyle>
          <a:p>
            <a:pPr marL="0" lvl="0" defTabSz="457200" latinLnBrk="0"/>
            <a:r>
              <a:rPr lang="ko-KR" altLang="en-US" dirty="0"/>
              <a:t>제목을 입력하세요</a:t>
            </a:r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1FE9924A-76C7-483D-B875-A15098FBB4C0}"/>
              </a:ext>
            </a:extLst>
          </p:cNvPr>
          <p:cNvSpPr/>
          <p:nvPr userDrawn="1"/>
        </p:nvSpPr>
        <p:spPr>
          <a:xfrm>
            <a:off x="2511858" y="3592726"/>
            <a:ext cx="338554" cy="338554"/>
          </a:xfrm>
          <a:prstGeom prst="ellipse">
            <a:avLst/>
          </a:prstGeom>
          <a:solidFill>
            <a:srgbClr val="A6ADD6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9E5898F9-800B-429D-AFD2-3FCBC058C605}"/>
              </a:ext>
            </a:extLst>
          </p:cNvPr>
          <p:cNvSpPr/>
          <p:nvPr userDrawn="1"/>
        </p:nvSpPr>
        <p:spPr>
          <a:xfrm>
            <a:off x="866428" y="5249005"/>
            <a:ext cx="226109" cy="226109"/>
          </a:xfrm>
          <a:prstGeom prst="ellipse">
            <a:avLst/>
          </a:prstGeom>
          <a:solidFill>
            <a:schemeClr val="accent1">
              <a:lumMod val="40000"/>
              <a:lumOff val="6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645096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목차_페이지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66FA7DCB-61B1-D032-7F31-A3291FD0AF6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5130"/>
          <a:stretch/>
        </p:blipFill>
        <p:spPr>
          <a:xfrm>
            <a:off x="82495" y="0"/>
            <a:ext cx="9061504" cy="5550900"/>
          </a:xfrm>
          <a:prstGeom prst="rect">
            <a:avLst/>
          </a:prstGeom>
        </p:spPr>
      </p:pic>
      <p:sp>
        <p:nvSpPr>
          <p:cNvPr id="32" name="텍스트 개체 틀 31">
            <a:extLst>
              <a:ext uri="{FF2B5EF4-FFF2-40B4-BE49-F238E27FC236}">
                <a16:creationId xmlns:a16="http://schemas.microsoft.com/office/drawing/2014/main" id="{B21A4C96-C6FE-13EA-04B0-3BCF734024E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87101" y="4695915"/>
            <a:ext cx="2194675" cy="1137427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FontTx/>
              <a:buNone/>
              <a:defRPr lang="ko-KR" altLang="en-US" sz="1100" kern="1200" dirty="0" smtClean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FontTx/>
              <a:buNone/>
              <a:defRPr lang="ko-KR" altLang="en-US" sz="1100" kern="1200" dirty="0" smtClean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buFontTx/>
              <a:buNone/>
              <a:defRPr lang="ko-KR" altLang="en-US" sz="1100" kern="1200" dirty="0" smtClean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FontTx/>
              <a:buNone/>
              <a:defRPr lang="ko-KR" altLang="en-US" sz="1100" kern="1200" dirty="0" smtClean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buFontTx/>
              <a:buNone/>
              <a:defRPr lang="ko-KR" altLang="en-US" sz="1100" kern="1200" dirty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ko-KR" altLang="en-US" dirty="0"/>
              <a:t>페이지 제목을 입력하세요</a:t>
            </a:r>
            <a:endParaRPr lang="en-US" altLang="ko-KR" dirty="0"/>
          </a:p>
          <a:p>
            <a:pPr lvl="0"/>
            <a:r>
              <a:rPr lang="ko-KR" altLang="en-US" dirty="0"/>
              <a:t>페이지 제목을 입력하세요</a:t>
            </a:r>
            <a:endParaRPr lang="en-US" altLang="ko-KR" dirty="0"/>
          </a:p>
          <a:p>
            <a:pPr lvl="0"/>
            <a:r>
              <a:rPr lang="ko-KR" altLang="en-US" dirty="0"/>
              <a:t>페이지 제목을 입력하세요</a:t>
            </a:r>
            <a:endParaRPr lang="en-US" altLang="ko-KR" dirty="0"/>
          </a:p>
          <a:p>
            <a:pPr lvl="0"/>
            <a:r>
              <a:rPr lang="ko-KR" altLang="en-US" dirty="0"/>
              <a:t>페이지 제목을 입력하세요</a:t>
            </a:r>
          </a:p>
        </p:txBody>
      </p:sp>
      <p:sp>
        <p:nvSpPr>
          <p:cNvPr id="33" name="텍스트 개체 틀 31">
            <a:extLst>
              <a:ext uri="{FF2B5EF4-FFF2-40B4-BE49-F238E27FC236}">
                <a16:creationId xmlns:a16="http://schemas.microsoft.com/office/drawing/2014/main" id="{866ED4BD-5376-B665-C460-4F7BE60146D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814230" y="4695915"/>
            <a:ext cx="442153" cy="1137427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FontTx/>
              <a:buNone/>
              <a:defRPr lang="ko-KR" altLang="en-US" sz="1100" kern="1200" dirty="0" smtClean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FontTx/>
              <a:buNone/>
              <a:defRPr lang="ko-KR" altLang="en-US" sz="1100" kern="1200" dirty="0" smtClean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buFontTx/>
              <a:buNone/>
              <a:defRPr lang="ko-KR" altLang="en-US" sz="1100" kern="1200" dirty="0" smtClean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FontTx/>
              <a:buNone/>
              <a:defRPr lang="ko-KR" altLang="en-US" sz="1100" kern="1200" dirty="0" smtClean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buFontTx/>
              <a:buNone/>
              <a:defRPr lang="ko-KR" altLang="en-US" sz="1100" kern="1200" dirty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altLang="ko-KR" dirty="0"/>
              <a:t>3p</a:t>
            </a:r>
          </a:p>
          <a:p>
            <a:pPr lvl="0"/>
            <a:r>
              <a:rPr lang="en-US" altLang="ko-KR" dirty="0"/>
              <a:t>4p</a:t>
            </a:r>
          </a:p>
          <a:p>
            <a:pPr lvl="0"/>
            <a:r>
              <a:rPr lang="en-US" altLang="ko-KR" dirty="0"/>
              <a:t>5p</a:t>
            </a:r>
          </a:p>
          <a:p>
            <a:pPr lvl="0"/>
            <a:r>
              <a:rPr lang="en-US" altLang="ko-KR" dirty="0"/>
              <a:t>12p</a:t>
            </a:r>
            <a:endParaRPr lang="ko-KR" altLang="en-US" dirty="0"/>
          </a:p>
        </p:txBody>
      </p:sp>
      <p:sp>
        <p:nvSpPr>
          <p:cNvPr id="21" name="텍스트 개체 틀 22">
            <a:extLst>
              <a:ext uri="{FF2B5EF4-FFF2-40B4-BE49-F238E27FC236}">
                <a16:creationId xmlns:a16="http://schemas.microsoft.com/office/drawing/2014/main" id="{F2E15DB0-7F08-4AFA-56CB-768A62EBBE8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75643" y="4210428"/>
            <a:ext cx="3080740" cy="3359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buFontTx/>
              <a:buNone/>
              <a:defRPr lang="ko-KR" altLang="en-US" sz="1400" spc="-50" dirty="0" smtClean="0">
                <a:solidFill>
                  <a:schemeClr val="tx2"/>
                </a:solidFill>
                <a:latin typeface="나눔스퀘어 네오 OTF ExtraBold" panose="00000900000000000000" pitchFamily="50" charset="-127"/>
                <a:ea typeface="나눔스퀘어 네오 OTF ExtraBold" panose="00000900000000000000" pitchFamily="50" charset="-127"/>
              </a:defRPr>
            </a:lvl1pPr>
            <a:lvl2pPr>
              <a:defRPr lang="ko-KR" altLang="en-US" sz="1800" dirty="0" smtClean="0"/>
            </a:lvl2pPr>
            <a:lvl3pPr>
              <a:defRPr lang="ko-KR" altLang="en-US" sz="1800" dirty="0" smtClean="0"/>
            </a:lvl3pPr>
            <a:lvl4pPr>
              <a:defRPr lang="ko-KR" altLang="en-US" dirty="0" smtClean="0"/>
            </a:lvl4pPr>
            <a:lvl5pPr>
              <a:defRPr lang="ko-KR" altLang="en-US" dirty="0"/>
            </a:lvl5pPr>
          </a:lstStyle>
          <a:p>
            <a:pPr marL="0" lvl="0" defTabSz="457200" latinLnBrk="0"/>
            <a:r>
              <a:rPr lang="ko-KR" altLang="en-US" dirty="0"/>
              <a:t>제목을 입력하세요</a:t>
            </a:r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AC8E6660-B4E0-E33F-F933-89D94BEF59DF}"/>
              </a:ext>
            </a:extLst>
          </p:cNvPr>
          <p:cNvSpPr/>
          <p:nvPr userDrawn="1"/>
        </p:nvSpPr>
        <p:spPr>
          <a:xfrm>
            <a:off x="7179733" y="3052233"/>
            <a:ext cx="137584" cy="137584"/>
          </a:xfrm>
          <a:prstGeom prst="ellipse">
            <a:avLst/>
          </a:prstGeom>
          <a:solidFill>
            <a:srgbClr val="A6AD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4768F94C-BD7C-7DD5-0B46-1FAB4F4BBDAE}"/>
              </a:ext>
            </a:extLst>
          </p:cNvPr>
          <p:cNvSpPr/>
          <p:nvPr userDrawn="1"/>
        </p:nvSpPr>
        <p:spPr>
          <a:xfrm>
            <a:off x="5901461" y="968197"/>
            <a:ext cx="79553" cy="79553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64AA6C7A-F6C3-D1E3-7B22-3CD785A66236}"/>
              </a:ext>
            </a:extLst>
          </p:cNvPr>
          <p:cNvSpPr/>
          <p:nvPr userDrawn="1"/>
        </p:nvSpPr>
        <p:spPr>
          <a:xfrm>
            <a:off x="3826933" y="664633"/>
            <a:ext cx="137584" cy="137584"/>
          </a:xfrm>
          <a:prstGeom prst="ellipse">
            <a:avLst/>
          </a:prstGeom>
          <a:solidFill>
            <a:srgbClr val="A6ADD6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20DD6195-6491-331A-777E-BDA9A3092AA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462" y="1152347"/>
            <a:ext cx="1456845" cy="14935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B2EE352-7DBE-640A-E05A-60F682BCF7B5}"/>
              </a:ext>
            </a:extLst>
          </p:cNvPr>
          <p:cNvSpPr txBox="1"/>
          <p:nvPr userDrawn="1"/>
        </p:nvSpPr>
        <p:spPr>
          <a:xfrm>
            <a:off x="545212" y="1376242"/>
            <a:ext cx="250260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algn="ctr">
              <a:defRPr sz="1600" spc="-70">
                <a:solidFill>
                  <a:schemeClr val="tx2">
                    <a:lumMod val="50000"/>
                  </a:schemeClr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defRPr>
            </a:lvl1pPr>
          </a:lstStyle>
          <a:p>
            <a:pPr algn="l"/>
            <a:r>
              <a:rPr lang="en-US" altLang="ko-KR" spc="0" dirty="0">
                <a:latin typeface="+mj-ea"/>
                <a:ea typeface="+mj-ea"/>
              </a:rPr>
              <a:t>TABLE OF CONTENTS</a:t>
            </a:r>
            <a:endParaRPr lang="ko-KR" altLang="en-US" spc="0" dirty="0">
              <a:latin typeface="+mj-ea"/>
              <a:ea typeface="+mj-ea"/>
            </a:endParaRPr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1F3FA4A7-E5CE-2A01-DC54-DD5C409F9A44}"/>
              </a:ext>
            </a:extLst>
          </p:cNvPr>
          <p:cNvSpPr/>
          <p:nvPr userDrawn="1"/>
        </p:nvSpPr>
        <p:spPr>
          <a:xfrm>
            <a:off x="2511858" y="3592726"/>
            <a:ext cx="338554" cy="338554"/>
          </a:xfrm>
          <a:prstGeom prst="ellipse">
            <a:avLst/>
          </a:prstGeom>
          <a:solidFill>
            <a:srgbClr val="A6ADD6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C1B99F5D-E814-B17B-B154-452A3EE04247}"/>
              </a:ext>
            </a:extLst>
          </p:cNvPr>
          <p:cNvSpPr/>
          <p:nvPr userDrawn="1"/>
        </p:nvSpPr>
        <p:spPr>
          <a:xfrm>
            <a:off x="866428" y="5249005"/>
            <a:ext cx="226109" cy="226109"/>
          </a:xfrm>
          <a:prstGeom prst="ellipse">
            <a:avLst/>
          </a:prstGeom>
          <a:solidFill>
            <a:schemeClr val="accent1">
              <a:lumMod val="40000"/>
              <a:lumOff val="6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D55F8BD5-F554-4428-961E-235506ECA476}"/>
              </a:ext>
            </a:extLst>
          </p:cNvPr>
          <p:cNvCxnSpPr/>
          <p:nvPr userDrawn="1"/>
        </p:nvCxnSpPr>
        <p:spPr>
          <a:xfrm>
            <a:off x="5278967" y="4569753"/>
            <a:ext cx="2885550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92703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목차_페이지제목_chapter 없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66FA7DCB-61B1-D032-7F31-A3291FD0AF6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5130"/>
          <a:stretch/>
        </p:blipFill>
        <p:spPr>
          <a:xfrm>
            <a:off x="82495" y="0"/>
            <a:ext cx="9061504" cy="5550900"/>
          </a:xfrm>
          <a:prstGeom prst="rect">
            <a:avLst/>
          </a:prstGeom>
        </p:spPr>
      </p:pic>
      <p:sp>
        <p:nvSpPr>
          <p:cNvPr id="32" name="텍스트 개체 틀 31">
            <a:extLst>
              <a:ext uri="{FF2B5EF4-FFF2-40B4-BE49-F238E27FC236}">
                <a16:creationId xmlns:a16="http://schemas.microsoft.com/office/drawing/2014/main" id="{B21A4C96-C6FE-13EA-04B0-3BCF734024E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87101" y="4695915"/>
            <a:ext cx="2194675" cy="1137427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FontTx/>
              <a:buNone/>
              <a:defRPr lang="ko-KR" altLang="en-US" sz="1100" kern="1200" dirty="0" smtClean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FontTx/>
              <a:buNone/>
              <a:defRPr lang="ko-KR" altLang="en-US" sz="1100" kern="1200" dirty="0" smtClean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buFontTx/>
              <a:buNone/>
              <a:defRPr lang="ko-KR" altLang="en-US" sz="1100" kern="1200" dirty="0" smtClean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FontTx/>
              <a:buNone/>
              <a:defRPr lang="ko-KR" altLang="en-US" sz="1100" kern="1200" dirty="0" smtClean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buFontTx/>
              <a:buNone/>
              <a:defRPr lang="ko-KR" altLang="en-US" sz="1100" kern="1200" dirty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ko-KR" altLang="en-US" dirty="0"/>
              <a:t>페이지 제목을 입력하세요</a:t>
            </a:r>
            <a:endParaRPr lang="en-US" altLang="ko-KR" dirty="0"/>
          </a:p>
          <a:p>
            <a:pPr lvl="0"/>
            <a:r>
              <a:rPr lang="ko-KR" altLang="en-US" dirty="0"/>
              <a:t>페이지 제목을 입력하세요</a:t>
            </a:r>
            <a:endParaRPr lang="en-US" altLang="ko-KR" dirty="0"/>
          </a:p>
          <a:p>
            <a:pPr lvl="0"/>
            <a:r>
              <a:rPr lang="ko-KR" altLang="en-US" dirty="0"/>
              <a:t>페이지 제목을 입력하세요</a:t>
            </a:r>
            <a:endParaRPr lang="en-US" altLang="ko-KR" dirty="0"/>
          </a:p>
          <a:p>
            <a:pPr lvl="0"/>
            <a:r>
              <a:rPr lang="ko-KR" altLang="en-US" dirty="0"/>
              <a:t>페이지 제목을 입력하세요</a:t>
            </a:r>
          </a:p>
        </p:txBody>
      </p:sp>
      <p:sp>
        <p:nvSpPr>
          <p:cNvPr id="33" name="텍스트 개체 틀 31">
            <a:extLst>
              <a:ext uri="{FF2B5EF4-FFF2-40B4-BE49-F238E27FC236}">
                <a16:creationId xmlns:a16="http://schemas.microsoft.com/office/drawing/2014/main" id="{866ED4BD-5376-B665-C460-4F7BE60146D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814230" y="4695915"/>
            <a:ext cx="442153" cy="1137427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FontTx/>
              <a:buNone/>
              <a:defRPr lang="ko-KR" altLang="en-US" sz="1100" kern="1200" dirty="0" smtClean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FontTx/>
              <a:buNone/>
              <a:defRPr lang="ko-KR" altLang="en-US" sz="1100" kern="1200" dirty="0" smtClean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buFontTx/>
              <a:buNone/>
              <a:defRPr lang="ko-KR" altLang="en-US" sz="1100" kern="1200" dirty="0" smtClean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FontTx/>
              <a:buNone/>
              <a:defRPr lang="ko-KR" altLang="en-US" sz="1100" kern="1200" dirty="0" smtClean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buFontTx/>
              <a:buNone/>
              <a:defRPr lang="ko-KR" altLang="en-US" sz="1100" kern="1200" dirty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altLang="ko-KR" dirty="0"/>
              <a:t>3p</a:t>
            </a:r>
          </a:p>
          <a:p>
            <a:pPr lvl="0"/>
            <a:r>
              <a:rPr lang="en-US" altLang="ko-KR" dirty="0"/>
              <a:t>4p</a:t>
            </a:r>
          </a:p>
          <a:p>
            <a:pPr lvl="0"/>
            <a:r>
              <a:rPr lang="en-US" altLang="ko-KR" dirty="0"/>
              <a:t>5p</a:t>
            </a:r>
          </a:p>
          <a:p>
            <a:pPr lvl="0"/>
            <a:r>
              <a:rPr lang="en-US" altLang="ko-KR" dirty="0"/>
              <a:t>12p</a:t>
            </a:r>
            <a:endParaRPr lang="ko-KR" altLang="en-US" dirty="0"/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AC8E6660-B4E0-E33F-F933-89D94BEF59DF}"/>
              </a:ext>
            </a:extLst>
          </p:cNvPr>
          <p:cNvSpPr/>
          <p:nvPr userDrawn="1"/>
        </p:nvSpPr>
        <p:spPr>
          <a:xfrm>
            <a:off x="7179733" y="3052233"/>
            <a:ext cx="137584" cy="137584"/>
          </a:xfrm>
          <a:prstGeom prst="ellipse">
            <a:avLst/>
          </a:prstGeom>
          <a:solidFill>
            <a:srgbClr val="A6AD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4768F94C-BD7C-7DD5-0B46-1FAB4F4BBDAE}"/>
              </a:ext>
            </a:extLst>
          </p:cNvPr>
          <p:cNvSpPr/>
          <p:nvPr userDrawn="1"/>
        </p:nvSpPr>
        <p:spPr>
          <a:xfrm>
            <a:off x="5901461" y="968197"/>
            <a:ext cx="79553" cy="79553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64AA6C7A-F6C3-D1E3-7B22-3CD785A66236}"/>
              </a:ext>
            </a:extLst>
          </p:cNvPr>
          <p:cNvSpPr/>
          <p:nvPr userDrawn="1"/>
        </p:nvSpPr>
        <p:spPr>
          <a:xfrm>
            <a:off x="3826933" y="664633"/>
            <a:ext cx="137584" cy="137584"/>
          </a:xfrm>
          <a:prstGeom prst="ellipse">
            <a:avLst/>
          </a:prstGeom>
          <a:solidFill>
            <a:srgbClr val="A6ADD6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20DD6195-6491-331A-777E-BDA9A3092AA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462" y="1152347"/>
            <a:ext cx="1456845" cy="14935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B2EE352-7DBE-640A-E05A-60F682BCF7B5}"/>
              </a:ext>
            </a:extLst>
          </p:cNvPr>
          <p:cNvSpPr txBox="1"/>
          <p:nvPr userDrawn="1"/>
        </p:nvSpPr>
        <p:spPr>
          <a:xfrm>
            <a:off x="545212" y="1376242"/>
            <a:ext cx="250260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algn="ctr">
              <a:defRPr sz="1600" spc="-70">
                <a:solidFill>
                  <a:schemeClr val="tx2">
                    <a:lumMod val="50000"/>
                  </a:schemeClr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defRPr>
            </a:lvl1pPr>
          </a:lstStyle>
          <a:p>
            <a:pPr algn="l"/>
            <a:r>
              <a:rPr lang="en-US" altLang="ko-KR" spc="0" dirty="0">
                <a:latin typeface="+mj-ea"/>
                <a:ea typeface="+mj-ea"/>
              </a:rPr>
              <a:t>TABLE OF CONTENTS</a:t>
            </a:r>
            <a:endParaRPr lang="ko-KR" altLang="en-US" spc="0" dirty="0">
              <a:latin typeface="+mj-ea"/>
              <a:ea typeface="+mj-ea"/>
            </a:endParaRPr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1F3FA4A7-E5CE-2A01-DC54-DD5C409F9A44}"/>
              </a:ext>
            </a:extLst>
          </p:cNvPr>
          <p:cNvSpPr/>
          <p:nvPr userDrawn="1"/>
        </p:nvSpPr>
        <p:spPr>
          <a:xfrm>
            <a:off x="2511858" y="3592726"/>
            <a:ext cx="338554" cy="338554"/>
          </a:xfrm>
          <a:prstGeom prst="ellipse">
            <a:avLst/>
          </a:prstGeom>
          <a:solidFill>
            <a:srgbClr val="A6ADD6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C1B99F5D-E814-B17B-B154-452A3EE04247}"/>
              </a:ext>
            </a:extLst>
          </p:cNvPr>
          <p:cNvSpPr/>
          <p:nvPr userDrawn="1"/>
        </p:nvSpPr>
        <p:spPr>
          <a:xfrm>
            <a:off x="866428" y="5249005"/>
            <a:ext cx="226109" cy="226109"/>
          </a:xfrm>
          <a:prstGeom prst="ellipse">
            <a:avLst/>
          </a:prstGeom>
          <a:solidFill>
            <a:schemeClr val="accent1">
              <a:lumMod val="40000"/>
              <a:lumOff val="6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09958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간지"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FE54452-7FD0-657A-1F2D-D297E442B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86375" y="6492875"/>
            <a:ext cx="423333" cy="365125"/>
          </a:xfrm>
        </p:spPr>
        <p:txBody>
          <a:bodyPr/>
          <a:lstStyle>
            <a:lvl1pPr algn="r">
              <a:defRPr sz="700">
                <a:solidFill>
                  <a:schemeClr val="bg1"/>
                </a:solidFill>
              </a:defRPr>
            </a:lvl1pPr>
          </a:lstStyle>
          <a:p>
            <a:fld id="{5BCDA562-D163-4743-A5E0-EF338EDE3E78}" type="slidenum">
              <a:rPr lang="en-US" altLang="ko-KR" smtClean="0"/>
              <a:pPr/>
              <a:t>‹#›</a:t>
            </a:fld>
            <a:endParaRPr lang="en-US" dirty="0"/>
          </a:p>
        </p:txBody>
      </p:sp>
      <p:pic>
        <p:nvPicPr>
          <p:cNvPr id="6" name="그래픽 5">
            <a:extLst>
              <a:ext uri="{FF2B5EF4-FFF2-40B4-BE49-F238E27FC236}">
                <a16:creationId xmlns:a16="http://schemas.microsoft.com/office/drawing/2014/main" id="{69D232EE-31E2-C8ED-C6A7-F27960CBA965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7059" t="-19957" r="2368" b="10975"/>
          <a:stretch/>
        </p:blipFill>
        <p:spPr>
          <a:xfrm>
            <a:off x="0" y="1439924"/>
            <a:ext cx="9144000" cy="5418076"/>
          </a:xfrm>
          <a:prstGeom prst="rect">
            <a:avLst/>
          </a:prstGeom>
        </p:spPr>
      </p:pic>
      <p:sp>
        <p:nvSpPr>
          <p:cNvPr id="7" name="타원 6">
            <a:extLst>
              <a:ext uri="{FF2B5EF4-FFF2-40B4-BE49-F238E27FC236}">
                <a16:creationId xmlns:a16="http://schemas.microsoft.com/office/drawing/2014/main" id="{14B5D0A1-D498-0F76-F8D5-E764FDDA3A81}"/>
              </a:ext>
            </a:extLst>
          </p:cNvPr>
          <p:cNvSpPr/>
          <p:nvPr userDrawn="1"/>
        </p:nvSpPr>
        <p:spPr>
          <a:xfrm>
            <a:off x="1540042" y="3353402"/>
            <a:ext cx="199724" cy="199724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8AB9024-B0A9-7454-3A53-F627B35A54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8650" y="3069065"/>
            <a:ext cx="7886700" cy="371127"/>
          </a:xfrm>
        </p:spPr>
        <p:txBody>
          <a:bodyPr anchor="b">
            <a:spAutoFit/>
          </a:bodyPr>
          <a:lstStyle>
            <a:lvl1pPr algn="ctr">
              <a:defRPr lang="ko-KR" altLang="en-US" sz="2000" spc="-100" baseline="0">
                <a:solidFill>
                  <a:schemeClr val="bg1"/>
                </a:solidFill>
                <a:latin typeface="나눔스퀘어 네오 OTF ExtraBold" panose="00000900000000000000" pitchFamily="50" charset="-127"/>
                <a:ea typeface="나눔스퀘어 네오 OTF ExtraBold" panose="00000900000000000000" pitchFamily="50" charset="-127"/>
              </a:defRPr>
            </a:lvl1pPr>
          </a:lstStyle>
          <a:p>
            <a:pPr marL="0" lvl="0" algn="ctr"/>
            <a:r>
              <a:rPr lang="ko-KR" altLang="en-US" dirty="0"/>
              <a:t>간지 내용을 입력하세요</a:t>
            </a: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846B12FA-6F28-714D-9019-455ABEE11D96}"/>
              </a:ext>
            </a:extLst>
          </p:cNvPr>
          <p:cNvSpPr/>
          <p:nvPr userDrawn="1"/>
        </p:nvSpPr>
        <p:spPr>
          <a:xfrm>
            <a:off x="6813081" y="4567254"/>
            <a:ext cx="316029" cy="316029"/>
          </a:xfrm>
          <a:prstGeom prst="ellipse">
            <a:avLst/>
          </a:prstGeom>
          <a:solidFill>
            <a:schemeClr val="accent1">
              <a:lumMod val="5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AF6002C5-8F47-526E-33DD-1B6646248FC0}"/>
              </a:ext>
            </a:extLst>
          </p:cNvPr>
          <p:cNvSpPr/>
          <p:nvPr userDrawn="1"/>
        </p:nvSpPr>
        <p:spPr>
          <a:xfrm>
            <a:off x="835793" y="5270700"/>
            <a:ext cx="95450" cy="9545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05F48A56-5D8E-201E-CF21-74EE5D3C4E5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alphaModFix amt="7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 contras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4480" y="2850741"/>
            <a:ext cx="955040" cy="97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33253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지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D603D0-E8F4-2E57-8736-622D644D69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3351" y="214853"/>
            <a:ext cx="7183166" cy="259623"/>
          </a:xfrm>
        </p:spPr>
        <p:txBody>
          <a:bodyPr>
            <a:spAutoFit/>
          </a:bodyPr>
          <a:lstStyle>
            <a:lvl1pPr>
              <a:defRPr sz="1200">
                <a:solidFill>
                  <a:schemeClr val="tx2">
                    <a:lumMod val="50000"/>
                  </a:schemeClr>
                </a:solidFill>
                <a:latin typeface="나눔스퀘어 네오 OTF ExtraBold" panose="00000900000000000000" pitchFamily="50" charset="-127"/>
                <a:ea typeface="나눔스퀘어 네오 OTF ExtraBold" panose="00000900000000000000" pitchFamily="50" charset="-127"/>
              </a:defRPr>
            </a:lvl1pPr>
          </a:lstStyle>
          <a:p>
            <a:r>
              <a:rPr lang="ko-KR" altLang="en-US" dirty="0"/>
              <a:t>제목을 입력하세요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37C03F5-C920-BFDB-F97F-D5511DE0309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8139" y="291165"/>
            <a:ext cx="935457" cy="95905"/>
          </a:xfrm>
          <a:prstGeom prst="rect">
            <a:avLst/>
          </a:prstGeom>
        </p:spPr>
      </p:pic>
      <p:cxnSp>
        <p:nvCxnSpPr>
          <p:cNvPr id="7" name="직선 연결선[R] 17">
            <a:extLst>
              <a:ext uri="{FF2B5EF4-FFF2-40B4-BE49-F238E27FC236}">
                <a16:creationId xmlns:a16="http://schemas.microsoft.com/office/drawing/2014/main" id="{F154D924-1BCF-6A17-07A5-913E50EEA135}"/>
              </a:ext>
            </a:extLst>
          </p:cNvPr>
          <p:cNvCxnSpPr>
            <a:cxnSpLocks/>
          </p:cNvCxnSpPr>
          <p:nvPr userDrawn="1"/>
        </p:nvCxnSpPr>
        <p:spPr>
          <a:xfrm>
            <a:off x="360000" y="560950"/>
            <a:ext cx="8424000" cy="0"/>
          </a:xfrm>
          <a:prstGeom prst="line">
            <a:avLst/>
          </a:prstGeom>
          <a:ln w="635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슬라이드 번호 개체 틀 4">
            <a:extLst>
              <a:ext uri="{FF2B5EF4-FFF2-40B4-BE49-F238E27FC236}">
                <a16:creationId xmlns:a16="http://schemas.microsoft.com/office/drawing/2014/main" id="{FB97E755-5134-F431-5DA8-EF740A8F9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03231" y="6492875"/>
            <a:ext cx="407670" cy="365125"/>
          </a:xfrm>
        </p:spPr>
        <p:txBody>
          <a:bodyPr vert="horz" lIns="91440" tIns="45720" rIns="91440" bIns="45720" rtlCol="0" anchor="ctr"/>
          <a:lstStyle>
            <a:lvl1pPr algn="r">
              <a:defRPr lang="ko-KR" altLang="en-US" sz="700" smtClean="0">
                <a:solidFill>
                  <a:schemeClr val="tx1"/>
                </a:solidFill>
              </a:defRPr>
            </a:lvl1pPr>
          </a:lstStyle>
          <a:p>
            <a:fld id="{5BCDA562-D163-4743-A5E0-EF338EDE3E78}" type="slidenum">
              <a:rPr lang="en-US" altLang="ko-KR" smtClean="0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1892750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288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지_gray">
    <p:bg>
      <p:bgPr>
        <a:solidFill>
          <a:srgbClr val="F0F0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D603D0-E8F4-2E57-8736-622D644D69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3351" y="214853"/>
            <a:ext cx="7183166" cy="259623"/>
          </a:xfrm>
        </p:spPr>
        <p:txBody>
          <a:bodyPr>
            <a:spAutoFit/>
          </a:bodyPr>
          <a:lstStyle>
            <a:lvl1pPr>
              <a:defRPr sz="1200">
                <a:solidFill>
                  <a:schemeClr val="tx2">
                    <a:lumMod val="50000"/>
                  </a:schemeClr>
                </a:solidFill>
                <a:latin typeface="나눔스퀘어 네오 OTF ExtraBold" panose="00000900000000000000" pitchFamily="50" charset="-127"/>
                <a:ea typeface="나눔스퀘어 네오 OTF ExtraBold" panose="00000900000000000000" pitchFamily="50" charset="-127"/>
              </a:defRPr>
            </a:lvl1pPr>
          </a:lstStyle>
          <a:p>
            <a:r>
              <a:rPr lang="ko-KR" altLang="en-US" dirty="0"/>
              <a:t>제목을 입력하세요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37C03F5-C920-BFDB-F97F-D5511DE0309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8139" y="291165"/>
            <a:ext cx="935457" cy="95905"/>
          </a:xfrm>
          <a:prstGeom prst="rect">
            <a:avLst/>
          </a:prstGeom>
        </p:spPr>
      </p:pic>
      <p:cxnSp>
        <p:nvCxnSpPr>
          <p:cNvPr id="7" name="직선 연결선[R] 17">
            <a:extLst>
              <a:ext uri="{FF2B5EF4-FFF2-40B4-BE49-F238E27FC236}">
                <a16:creationId xmlns:a16="http://schemas.microsoft.com/office/drawing/2014/main" id="{F154D924-1BCF-6A17-07A5-913E50EEA135}"/>
              </a:ext>
            </a:extLst>
          </p:cNvPr>
          <p:cNvCxnSpPr>
            <a:cxnSpLocks/>
          </p:cNvCxnSpPr>
          <p:nvPr userDrawn="1"/>
        </p:nvCxnSpPr>
        <p:spPr>
          <a:xfrm>
            <a:off x="360000" y="560950"/>
            <a:ext cx="8424000" cy="0"/>
          </a:xfrm>
          <a:prstGeom prst="line">
            <a:avLst/>
          </a:prstGeom>
          <a:ln w="635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슬라이드 번호 개체 틀 4">
            <a:extLst>
              <a:ext uri="{FF2B5EF4-FFF2-40B4-BE49-F238E27FC236}">
                <a16:creationId xmlns:a16="http://schemas.microsoft.com/office/drawing/2014/main" id="{FB97E755-5134-F431-5DA8-EF740A8F9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03231" y="6492875"/>
            <a:ext cx="407670" cy="365125"/>
          </a:xfrm>
        </p:spPr>
        <p:txBody>
          <a:bodyPr vert="horz" lIns="91440" tIns="45720" rIns="91440" bIns="45720" rtlCol="0" anchor="ctr"/>
          <a:lstStyle>
            <a:lvl1pPr algn="r">
              <a:defRPr lang="ko-KR" altLang="en-US" sz="700" smtClean="0">
                <a:solidFill>
                  <a:schemeClr val="tx1"/>
                </a:solidFill>
              </a:defRPr>
            </a:lvl1pPr>
          </a:lstStyle>
          <a:p>
            <a:fld id="{5BCDA562-D163-4743-A5E0-EF338EDE3E78}" type="slidenum">
              <a:rPr lang="en-US" altLang="ko-KR" smtClean="0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5894374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지_blu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D603D0-E8F4-2E57-8736-622D644D69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3351" y="214853"/>
            <a:ext cx="7183166" cy="259623"/>
          </a:xfrm>
        </p:spPr>
        <p:txBody>
          <a:bodyPr>
            <a:spAutoFit/>
          </a:bodyPr>
          <a:lstStyle>
            <a:lvl1pPr>
              <a:defRPr sz="1200">
                <a:solidFill>
                  <a:schemeClr val="bg1"/>
                </a:solidFill>
                <a:latin typeface="나눔스퀘어 네오 OTF ExtraBold" panose="00000900000000000000" pitchFamily="50" charset="-127"/>
                <a:ea typeface="나눔스퀘어 네오 OTF ExtraBold" panose="00000900000000000000" pitchFamily="50" charset="-127"/>
              </a:defRPr>
            </a:lvl1pPr>
          </a:lstStyle>
          <a:p>
            <a:r>
              <a:rPr lang="ko-KR" altLang="en-US" dirty="0"/>
              <a:t>제목을 입력하세요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37C03F5-C920-BFDB-F97F-D5511DE0309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 contras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8139" y="291165"/>
            <a:ext cx="935457" cy="95905"/>
          </a:xfrm>
          <a:prstGeom prst="rect">
            <a:avLst/>
          </a:prstGeom>
        </p:spPr>
      </p:pic>
      <p:cxnSp>
        <p:nvCxnSpPr>
          <p:cNvPr id="7" name="직선 연결선[R] 17">
            <a:extLst>
              <a:ext uri="{FF2B5EF4-FFF2-40B4-BE49-F238E27FC236}">
                <a16:creationId xmlns:a16="http://schemas.microsoft.com/office/drawing/2014/main" id="{F154D924-1BCF-6A17-07A5-913E50EEA135}"/>
              </a:ext>
            </a:extLst>
          </p:cNvPr>
          <p:cNvCxnSpPr>
            <a:cxnSpLocks/>
          </p:cNvCxnSpPr>
          <p:nvPr userDrawn="1"/>
        </p:nvCxnSpPr>
        <p:spPr>
          <a:xfrm>
            <a:off x="360000" y="560950"/>
            <a:ext cx="842400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슬라이드 번호 개체 틀 4">
            <a:extLst>
              <a:ext uri="{FF2B5EF4-FFF2-40B4-BE49-F238E27FC236}">
                <a16:creationId xmlns:a16="http://schemas.microsoft.com/office/drawing/2014/main" id="{FB97E755-5134-F431-5DA8-EF740A8F9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03231" y="6492875"/>
            <a:ext cx="407670" cy="365125"/>
          </a:xfrm>
        </p:spPr>
        <p:txBody>
          <a:bodyPr vert="horz" lIns="91440" tIns="45720" rIns="91440" bIns="45720" rtlCol="0" anchor="ctr"/>
          <a:lstStyle>
            <a:lvl1pPr algn="r">
              <a:defRPr lang="ko-KR" altLang="en-US" sz="700" smtClean="0">
                <a:solidFill>
                  <a:schemeClr val="bg1"/>
                </a:solidFill>
              </a:defRPr>
            </a:lvl1pPr>
          </a:lstStyle>
          <a:p>
            <a:fld id="{5BCDA562-D163-4743-A5E0-EF338EDE3E78}" type="slidenum">
              <a:rPr lang="en-US" altLang="ko-KR" smtClean="0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501846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지_dark"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D603D0-E8F4-2E57-8736-622D644D69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3351" y="214853"/>
            <a:ext cx="7183166" cy="259623"/>
          </a:xfrm>
        </p:spPr>
        <p:txBody>
          <a:bodyPr>
            <a:spAutoFit/>
          </a:bodyPr>
          <a:lstStyle>
            <a:lvl1pPr>
              <a:defRPr sz="1200">
                <a:solidFill>
                  <a:schemeClr val="bg1"/>
                </a:solidFill>
                <a:latin typeface="나눔스퀘어 네오 OTF ExtraBold" panose="00000900000000000000" pitchFamily="50" charset="-127"/>
                <a:ea typeface="나눔스퀘어 네오 OTF ExtraBold" panose="00000900000000000000" pitchFamily="50" charset="-127"/>
              </a:defRPr>
            </a:lvl1pPr>
          </a:lstStyle>
          <a:p>
            <a:r>
              <a:rPr lang="ko-KR" altLang="en-US" dirty="0"/>
              <a:t>제목을 입력하세요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37C03F5-C920-BFDB-F97F-D5511DE0309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 contras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8139" y="291165"/>
            <a:ext cx="935457" cy="95905"/>
          </a:xfrm>
          <a:prstGeom prst="rect">
            <a:avLst/>
          </a:prstGeom>
        </p:spPr>
      </p:pic>
      <p:cxnSp>
        <p:nvCxnSpPr>
          <p:cNvPr id="7" name="직선 연결선[R] 17">
            <a:extLst>
              <a:ext uri="{FF2B5EF4-FFF2-40B4-BE49-F238E27FC236}">
                <a16:creationId xmlns:a16="http://schemas.microsoft.com/office/drawing/2014/main" id="{F154D924-1BCF-6A17-07A5-913E50EEA135}"/>
              </a:ext>
            </a:extLst>
          </p:cNvPr>
          <p:cNvCxnSpPr>
            <a:cxnSpLocks/>
          </p:cNvCxnSpPr>
          <p:nvPr userDrawn="1"/>
        </p:nvCxnSpPr>
        <p:spPr>
          <a:xfrm>
            <a:off x="360000" y="560950"/>
            <a:ext cx="842400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슬라이드 번호 개체 틀 4">
            <a:extLst>
              <a:ext uri="{FF2B5EF4-FFF2-40B4-BE49-F238E27FC236}">
                <a16:creationId xmlns:a16="http://schemas.microsoft.com/office/drawing/2014/main" id="{FB97E755-5134-F431-5DA8-EF740A8F9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03231" y="6492875"/>
            <a:ext cx="407670" cy="365125"/>
          </a:xfrm>
        </p:spPr>
        <p:txBody>
          <a:bodyPr vert="horz" lIns="91440" tIns="45720" rIns="91440" bIns="45720" rtlCol="0" anchor="ctr"/>
          <a:lstStyle>
            <a:lvl1pPr algn="r">
              <a:defRPr lang="ko-KR" altLang="en-US" sz="700" smtClean="0">
                <a:solidFill>
                  <a:schemeClr val="bg1"/>
                </a:solidFill>
              </a:defRPr>
            </a:lvl1pPr>
          </a:lstStyle>
          <a:p>
            <a:fld id="{5BCDA562-D163-4743-A5E0-EF338EDE3E78}" type="slidenum">
              <a:rPr lang="en-US" altLang="ko-KR" smtClean="0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51647279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지_오른쪽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323A06C9-4304-63D4-2539-2DC9BFBC2123}"/>
              </a:ext>
            </a:extLst>
          </p:cNvPr>
          <p:cNvSpPr/>
          <p:nvPr userDrawn="1"/>
        </p:nvSpPr>
        <p:spPr>
          <a:xfrm>
            <a:off x="6461852" y="0"/>
            <a:ext cx="2682149" cy="6858000"/>
          </a:xfrm>
          <a:prstGeom prst="rect">
            <a:avLst/>
          </a:prstGeom>
          <a:solidFill>
            <a:srgbClr val="F0F0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5D603D0-E8F4-2E57-8736-622D644D69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3351" y="214853"/>
            <a:ext cx="5842969" cy="259623"/>
          </a:xfrm>
        </p:spPr>
        <p:txBody>
          <a:bodyPr>
            <a:spAutoFit/>
          </a:bodyPr>
          <a:lstStyle>
            <a:lvl1pPr>
              <a:defRPr sz="1200">
                <a:solidFill>
                  <a:schemeClr val="tx2">
                    <a:lumMod val="50000"/>
                  </a:schemeClr>
                </a:solidFill>
                <a:latin typeface="나눔스퀘어 네오 OTF ExtraBold" panose="00000900000000000000" pitchFamily="50" charset="-127"/>
                <a:ea typeface="나눔스퀘어 네오 OTF ExtraBold" panose="00000900000000000000" pitchFamily="50" charset="-127"/>
              </a:defRPr>
            </a:lvl1pPr>
          </a:lstStyle>
          <a:p>
            <a:r>
              <a:rPr lang="ko-KR" altLang="en-US" dirty="0"/>
              <a:t>제목을 입력하세요</a:t>
            </a:r>
          </a:p>
        </p:txBody>
      </p:sp>
      <p:sp>
        <p:nvSpPr>
          <p:cNvPr id="9" name="슬라이드 번호 개체 틀 4">
            <a:extLst>
              <a:ext uri="{FF2B5EF4-FFF2-40B4-BE49-F238E27FC236}">
                <a16:creationId xmlns:a16="http://schemas.microsoft.com/office/drawing/2014/main" id="{FB97E755-5134-F431-5DA8-EF740A8F9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03231" y="6492875"/>
            <a:ext cx="407670" cy="365125"/>
          </a:xfrm>
        </p:spPr>
        <p:txBody>
          <a:bodyPr vert="horz" lIns="91440" tIns="45720" rIns="91440" bIns="45720" rtlCol="0" anchor="ctr"/>
          <a:lstStyle>
            <a:lvl1pPr algn="r">
              <a:defRPr lang="ko-KR" altLang="en-US" sz="700" smtClean="0">
                <a:solidFill>
                  <a:schemeClr val="tx1"/>
                </a:solidFill>
              </a:defRPr>
            </a:lvl1pPr>
          </a:lstStyle>
          <a:p>
            <a:fld id="{5BCDA562-D163-4743-A5E0-EF338EDE3E78}" type="slidenum">
              <a:rPr lang="en-US" altLang="ko-KR" smtClean="0"/>
              <a:pPr/>
              <a:t>‹#›</a:t>
            </a:fld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6B3DAE0-6B0F-9813-06BC-ECD5AE4BEF7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8139" y="291165"/>
            <a:ext cx="935457" cy="95905"/>
          </a:xfrm>
          <a:prstGeom prst="rect">
            <a:avLst/>
          </a:prstGeom>
        </p:spPr>
      </p:pic>
      <p:cxnSp>
        <p:nvCxnSpPr>
          <p:cNvPr id="4" name="직선 연결선[R] 17">
            <a:extLst>
              <a:ext uri="{FF2B5EF4-FFF2-40B4-BE49-F238E27FC236}">
                <a16:creationId xmlns:a16="http://schemas.microsoft.com/office/drawing/2014/main" id="{AFE2F2D2-F49B-9B7D-4BFE-109C1FEB8753}"/>
              </a:ext>
            </a:extLst>
          </p:cNvPr>
          <p:cNvCxnSpPr>
            <a:cxnSpLocks/>
          </p:cNvCxnSpPr>
          <p:nvPr userDrawn="1"/>
        </p:nvCxnSpPr>
        <p:spPr>
          <a:xfrm>
            <a:off x="360000" y="560950"/>
            <a:ext cx="5756320" cy="0"/>
          </a:xfrm>
          <a:prstGeom prst="line">
            <a:avLst/>
          </a:prstGeom>
          <a:ln w="635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2355485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지_오른쪽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323A06C9-4304-63D4-2539-2DC9BFBC2123}"/>
              </a:ext>
            </a:extLst>
          </p:cNvPr>
          <p:cNvSpPr/>
          <p:nvPr userDrawn="1"/>
        </p:nvSpPr>
        <p:spPr>
          <a:xfrm>
            <a:off x="6461852" y="0"/>
            <a:ext cx="2682149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5D603D0-E8F4-2E57-8736-622D644D69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3351" y="214853"/>
            <a:ext cx="5842969" cy="259623"/>
          </a:xfrm>
        </p:spPr>
        <p:txBody>
          <a:bodyPr>
            <a:spAutoFit/>
          </a:bodyPr>
          <a:lstStyle>
            <a:lvl1pPr>
              <a:defRPr sz="1200">
                <a:solidFill>
                  <a:schemeClr val="tx2">
                    <a:lumMod val="50000"/>
                  </a:schemeClr>
                </a:solidFill>
                <a:latin typeface="나눔스퀘어 네오 OTF ExtraBold" panose="00000900000000000000" pitchFamily="50" charset="-127"/>
                <a:ea typeface="나눔스퀘어 네오 OTF ExtraBold" panose="00000900000000000000" pitchFamily="50" charset="-127"/>
              </a:defRPr>
            </a:lvl1pPr>
          </a:lstStyle>
          <a:p>
            <a:r>
              <a:rPr lang="ko-KR" altLang="en-US" dirty="0"/>
              <a:t>제목을 입력하세요</a:t>
            </a:r>
          </a:p>
        </p:txBody>
      </p:sp>
      <p:cxnSp>
        <p:nvCxnSpPr>
          <p:cNvPr id="7" name="직선 연결선[R] 17">
            <a:extLst>
              <a:ext uri="{FF2B5EF4-FFF2-40B4-BE49-F238E27FC236}">
                <a16:creationId xmlns:a16="http://schemas.microsoft.com/office/drawing/2014/main" id="{F154D924-1BCF-6A17-07A5-913E50EEA135}"/>
              </a:ext>
            </a:extLst>
          </p:cNvPr>
          <p:cNvCxnSpPr>
            <a:cxnSpLocks/>
          </p:cNvCxnSpPr>
          <p:nvPr userDrawn="1"/>
        </p:nvCxnSpPr>
        <p:spPr>
          <a:xfrm>
            <a:off x="360000" y="560950"/>
            <a:ext cx="5756320" cy="0"/>
          </a:xfrm>
          <a:prstGeom prst="line">
            <a:avLst/>
          </a:prstGeom>
          <a:ln w="635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슬라이드 번호 개체 틀 4">
            <a:extLst>
              <a:ext uri="{FF2B5EF4-FFF2-40B4-BE49-F238E27FC236}">
                <a16:creationId xmlns:a16="http://schemas.microsoft.com/office/drawing/2014/main" id="{FB97E755-5134-F431-5DA8-EF740A8F9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03231" y="6492875"/>
            <a:ext cx="407670" cy="365125"/>
          </a:xfrm>
        </p:spPr>
        <p:txBody>
          <a:bodyPr vert="horz" lIns="91440" tIns="45720" rIns="91440" bIns="45720" rtlCol="0" anchor="ctr"/>
          <a:lstStyle>
            <a:lvl1pPr algn="r">
              <a:defRPr lang="ko-KR" altLang="en-US" sz="700" smtClean="0">
                <a:solidFill>
                  <a:schemeClr val="bg1"/>
                </a:solidFill>
              </a:defRPr>
            </a:lvl1pPr>
          </a:lstStyle>
          <a:p>
            <a:fld id="{5BCDA562-D163-4743-A5E0-EF338EDE3E78}" type="slidenum">
              <a:rPr lang="en-US" altLang="ko-KR" smtClean="0"/>
              <a:pPr/>
              <a:t>‹#›</a:t>
            </a:fld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6B3DAE0-6B0F-9813-06BC-ECD5AE4BEF7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 contras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8139" y="291165"/>
            <a:ext cx="935457" cy="95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015192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지_오른쪽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323A06C9-4304-63D4-2539-2DC9BFBC2123}"/>
              </a:ext>
            </a:extLst>
          </p:cNvPr>
          <p:cNvSpPr/>
          <p:nvPr userDrawn="1"/>
        </p:nvSpPr>
        <p:spPr>
          <a:xfrm>
            <a:off x="6461852" y="0"/>
            <a:ext cx="2682149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5D603D0-E8F4-2E57-8736-622D644D69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3351" y="214853"/>
            <a:ext cx="5842969" cy="259623"/>
          </a:xfrm>
        </p:spPr>
        <p:txBody>
          <a:bodyPr>
            <a:spAutoFit/>
          </a:bodyPr>
          <a:lstStyle>
            <a:lvl1pPr>
              <a:defRPr sz="1200">
                <a:solidFill>
                  <a:schemeClr val="tx2">
                    <a:lumMod val="50000"/>
                  </a:schemeClr>
                </a:solidFill>
                <a:latin typeface="나눔스퀘어 네오 OTF ExtraBold" panose="00000900000000000000" pitchFamily="50" charset="-127"/>
                <a:ea typeface="나눔스퀘어 네오 OTF ExtraBold" panose="00000900000000000000" pitchFamily="50" charset="-127"/>
              </a:defRPr>
            </a:lvl1pPr>
          </a:lstStyle>
          <a:p>
            <a:r>
              <a:rPr lang="ko-KR" altLang="en-US" dirty="0"/>
              <a:t>제목을 입력하세요</a:t>
            </a:r>
          </a:p>
        </p:txBody>
      </p:sp>
      <p:cxnSp>
        <p:nvCxnSpPr>
          <p:cNvPr id="7" name="직선 연결선[R] 17">
            <a:extLst>
              <a:ext uri="{FF2B5EF4-FFF2-40B4-BE49-F238E27FC236}">
                <a16:creationId xmlns:a16="http://schemas.microsoft.com/office/drawing/2014/main" id="{F154D924-1BCF-6A17-07A5-913E50EEA135}"/>
              </a:ext>
            </a:extLst>
          </p:cNvPr>
          <p:cNvCxnSpPr>
            <a:cxnSpLocks/>
          </p:cNvCxnSpPr>
          <p:nvPr userDrawn="1"/>
        </p:nvCxnSpPr>
        <p:spPr>
          <a:xfrm>
            <a:off x="360000" y="560950"/>
            <a:ext cx="5756320" cy="0"/>
          </a:xfrm>
          <a:prstGeom prst="line">
            <a:avLst/>
          </a:prstGeom>
          <a:ln w="635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슬라이드 번호 개체 틀 4">
            <a:extLst>
              <a:ext uri="{FF2B5EF4-FFF2-40B4-BE49-F238E27FC236}">
                <a16:creationId xmlns:a16="http://schemas.microsoft.com/office/drawing/2014/main" id="{FB97E755-5134-F431-5DA8-EF740A8F9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03231" y="6492875"/>
            <a:ext cx="407670" cy="365125"/>
          </a:xfrm>
        </p:spPr>
        <p:txBody>
          <a:bodyPr vert="horz" lIns="91440" tIns="45720" rIns="91440" bIns="45720" rtlCol="0" anchor="ctr"/>
          <a:lstStyle>
            <a:lvl1pPr algn="r">
              <a:defRPr lang="ko-KR" altLang="en-US" sz="700" smtClean="0">
                <a:solidFill>
                  <a:schemeClr val="bg1"/>
                </a:solidFill>
              </a:defRPr>
            </a:lvl1pPr>
          </a:lstStyle>
          <a:p>
            <a:fld id="{5BCDA562-D163-4743-A5E0-EF338EDE3E78}" type="slidenum">
              <a:rPr lang="en-US" altLang="ko-KR" smtClean="0"/>
              <a:pPr/>
              <a:t>‹#›</a:t>
            </a:fld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6B3DAE0-6B0F-9813-06BC-ECD5AE4BEF7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 contras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8139" y="291165"/>
            <a:ext cx="935457" cy="95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048476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지_하단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55C9DEE1-FF56-A4E9-3801-60197FD2AFBA}"/>
              </a:ext>
            </a:extLst>
          </p:cNvPr>
          <p:cNvSpPr/>
          <p:nvPr userDrawn="1"/>
        </p:nvSpPr>
        <p:spPr>
          <a:xfrm>
            <a:off x="0" y="4734561"/>
            <a:ext cx="9144001" cy="2123438"/>
          </a:xfrm>
          <a:prstGeom prst="rect">
            <a:avLst/>
          </a:prstGeom>
          <a:solidFill>
            <a:srgbClr val="F0F0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5D603D0-E8F4-2E57-8736-622D644D69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3351" y="214853"/>
            <a:ext cx="7153609" cy="259623"/>
          </a:xfrm>
        </p:spPr>
        <p:txBody>
          <a:bodyPr>
            <a:spAutoFit/>
          </a:bodyPr>
          <a:lstStyle>
            <a:lvl1pPr>
              <a:defRPr sz="1200">
                <a:solidFill>
                  <a:schemeClr val="tx2">
                    <a:lumMod val="50000"/>
                  </a:schemeClr>
                </a:solidFill>
                <a:latin typeface="나눔스퀘어 네오 OTF ExtraBold" panose="00000900000000000000" pitchFamily="50" charset="-127"/>
                <a:ea typeface="나눔스퀘어 네오 OTF ExtraBold" panose="00000900000000000000" pitchFamily="50" charset="-127"/>
              </a:defRPr>
            </a:lvl1pPr>
          </a:lstStyle>
          <a:p>
            <a:r>
              <a:rPr lang="ko-KR" altLang="en-US" dirty="0"/>
              <a:t>제목을 입력하세요</a:t>
            </a:r>
          </a:p>
        </p:txBody>
      </p:sp>
      <p:sp>
        <p:nvSpPr>
          <p:cNvPr id="9" name="슬라이드 번호 개체 틀 4">
            <a:extLst>
              <a:ext uri="{FF2B5EF4-FFF2-40B4-BE49-F238E27FC236}">
                <a16:creationId xmlns:a16="http://schemas.microsoft.com/office/drawing/2014/main" id="{FB97E755-5134-F431-5DA8-EF740A8F9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03231" y="6492875"/>
            <a:ext cx="407670" cy="365125"/>
          </a:xfrm>
        </p:spPr>
        <p:txBody>
          <a:bodyPr vert="horz" lIns="91440" tIns="45720" rIns="91440" bIns="45720" rtlCol="0" anchor="ctr"/>
          <a:lstStyle>
            <a:lvl1pPr algn="r">
              <a:defRPr lang="ko-KR" altLang="en-US" sz="700" smtClean="0">
                <a:solidFill>
                  <a:schemeClr val="tx1"/>
                </a:solidFill>
              </a:defRPr>
            </a:lvl1pPr>
          </a:lstStyle>
          <a:p>
            <a:fld id="{5BCDA562-D163-4743-A5E0-EF338EDE3E78}" type="slidenum">
              <a:rPr lang="en-US" altLang="ko-KR" smtClean="0"/>
              <a:pPr/>
              <a:t>‹#›</a:t>
            </a:fld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6B3DAE0-6B0F-9813-06BC-ECD5AE4BEF7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8139" y="291165"/>
            <a:ext cx="935457" cy="95905"/>
          </a:xfrm>
          <a:prstGeom prst="rect">
            <a:avLst/>
          </a:prstGeom>
        </p:spPr>
      </p:pic>
      <p:cxnSp>
        <p:nvCxnSpPr>
          <p:cNvPr id="4" name="직선 연결선[R] 17">
            <a:extLst>
              <a:ext uri="{FF2B5EF4-FFF2-40B4-BE49-F238E27FC236}">
                <a16:creationId xmlns:a16="http://schemas.microsoft.com/office/drawing/2014/main" id="{317DCD4A-01CF-C73C-485F-C27934601B8B}"/>
              </a:ext>
            </a:extLst>
          </p:cNvPr>
          <p:cNvCxnSpPr>
            <a:cxnSpLocks/>
          </p:cNvCxnSpPr>
          <p:nvPr userDrawn="1"/>
        </p:nvCxnSpPr>
        <p:spPr>
          <a:xfrm>
            <a:off x="360000" y="560950"/>
            <a:ext cx="8424000" cy="0"/>
          </a:xfrm>
          <a:prstGeom prst="line">
            <a:avLst/>
          </a:prstGeom>
          <a:ln w="635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858825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지_하단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323A06C9-4304-63D4-2539-2DC9BFBC2123}"/>
              </a:ext>
            </a:extLst>
          </p:cNvPr>
          <p:cNvSpPr/>
          <p:nvPr userDrawn="1"/>
        </p:nvSpPr>
        <p:spPr>
          <a:xfrm>
            <a:off x="0" y="4734561"/>
            <a:ext cx="9144001" cy="212343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5D603D0-E8F4-2E57-8736-622D644D69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3351" y="214853"/>
            <a:ext cx="7153609" cy="259623"/>
          </a:xfrm>
        </p:spPr>
        <p:txBody>
          <a:bodyPr>
            <a:spAutoFit/>
          </a:bodyPr>
          <a:lstStyle>
            <a:lvl1pPr>
              <a:defRPr sz="1200">
                <a:solidFill>
                  <a:schemeClr val="tx2">
                    <a:lumMod val="50000"/>
                  </a:schemeClr>
                </a:solidFill>
                <a:latin typeface="나눔스퀘어 네오 OTF ExtraBold" panose="00000900000000000000" pitchFamily="50" charset="-127"/>
                <a:ea typeface="나눔스퀘어 네오 OTF ExtraBold" panose="00000900000000000000" pitchFamily="50" charset="-127"/>
              </a:defRPr>
            </a:lvl1pPr>
          </a:lstStyle>
          <a:p>
            <a:r>
              <a:rPr lang="ko-KR" altLang="en-US" dirty="0"/>
              <a:t>제목을 입력하세요</a:t>
            </a:r>
          </a:p>
        </p:txBody>
      </p:sp>
      <p:sp>
        <p:nvSpPr>
          <p:cNvPr id="9" name="슬라이드 번호 개체 틀 4">
            <a:extLst>
              <a:ext uri="{FF2B5EF4-FFF2-40B4-BE49-F238E27FC236}">
                <a16:creationId xmlns:a16="http://schemas.microsoft.com/office/drawing/2014/main" id="{FB97E755-5134-F431-5DA8-EF740A8F9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03231" y="6492875"/>
            <a:ext cx="407670" cy="365125"/>
          </a:xfrm>
        </p:spPr>
        <p:txBody>
          <a:bodyPr vert="horz" lIns="91440" tIns="45720" rIns="91440" bIns="45720" rtlCol="0" anchor="ctr"/>
          <a:lstStyle>
            <a:lvl1pPr algn="r">
              <a:defRPr lang="ko-KR" altLang="en-US" sz="700" smtClean="0">
                <a:solidFill>
                  <a:schemeClr val="bg1"/>
                </a:solidFill>
              </a:defRPr>
            </a:lvl1pPr>
          </a:lstStyle>
          <a:p>
            <a:fld id="{5BCDA562-D163-4743-A5E0-EF338EDE3E78}" type="slidenum">
              <a:rPr lang="en-US" altLang="ko-KR" smtClean="0"/>
              <a:pPr/>
              <a:t>‹#›</a:t>
            </a:fld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6B3DAE0-6B0F-9813-06BC-ECD5AE4BEF7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8139" y="291165"/>
            <a:ext cx="935457" cy="95905"/>
          </a:xfrm>
          <a:prstGeom prst="rect">
            <a:avLst/>
          </a:prstGeom>
        </p:spPr>
      </p:pic>
      <p:cxnSp>
        <p:nvCxnSpPr>
          <p:cNvPr id="4" name="직선 연결선[R] 17">
            <a:extLst>
              <a:ext uri="{FF2B5EF4-FFF2-40B4-BE49-F238E27FC236}">
                <a16:creationId xmlns:a16="http://schemas.microsoft.com/office/drawing/2014/main" id="{317DCD4A-01CF-C73C-485F-C27934601B8B}"/>
              </a:ext>
            </a:extLst>
          </p:cNvPr>
          <p:cNvCxnSpPr>
            <a:cxnSpLocks/>
          </p:cNvCxnSpPr>
          <p:nvPr userDrawn="1"/>
        </p:nvCxnSpPr>
        <p:spPr>
          <a:xfrm>
            <a:off x="360000" y="560950"/>
            <a:ext cx="8424000" cy="0"/>
          </a:xfrm>
          <a:prstGeom prst="line">
            <a:avLst/>
          </a:prstGeom>
          <a:ln w="635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3678970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지_하단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323A06C9-4304-63D4-2539-2DC9BFBC2123}"/>
              </a:ext>
            </a:extLst>
          </p:cNvPr>
          <p:cNvSpPr/>
          <p:nvPr userDrawn="1"/>
        </p:nvSpPr>
        <p:spPr>
          <a:xfrm>
            <a:off x="0" y="4734561"/>
            <a:ext cx="9144001" cy="2123438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5D603D0-E8F4-2E57-8736-622D644D69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3351" y="214853"/>
            <a:ext cx="7153609" cy="259623"/>
          </a:xfrm>
        </p:spPr>
        <p:txBody>
          <a:bodyPr>
            <a:spAutoFit/>
          </a:bodyPr>
          <a:lstStyle>
            <a:lvl1pPr>
              <a:defRPr sz="1200">
                <a:solidFill>
                  <a:schemeClr val="tx2">
                    <a:lumMod val="50000"/>
                  </a:schemeClr>
                </a:solidFill>
                <a:latin typeface="나눔스퀘어 네오 OTF ExtraBold" panose="00000900000000000000" pitchFamily="50" charset="-127"/>
                <a:ea typeface="나눔스퀘어 네오 OTF ExtraBold" panose="00000900000000000000" pitchFamily="50" charset="-127"/>
              </a:defRPr>
            </a:lvl1pPr>
          </a:lstStyle>
          <a:p>
            <a:r>
              <a:rPr lang="ko-KR" altLang="en-US" dirty="0"/>
              <a:t>제목을 입력하세요</a:t>
            </a:r>
          </a:p>
        </p:txBody>
      </p:sp>
      <p:sp>
        <p:nvSpPr>
          <p:cNvPr id="9" name="슬라이드 번호 개체 틀 4">
            <a:extLst>
              <a:ext uri="{FF2B5EF4-FFF2-40B4-BE49-F238E27FC236}">
                <a16:creationId xmlns:a16="http://schemas.microsoft.com/office/drawing/2014/main" id="{FB97E755-5134-F431-5DA8-EF740A8F9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03231" y="6492875"/>
            <a:ext cx="407670" cy="365125"/>
          </a:xfrm>
        </p:spPr>
        <p:txBody>
          <a:bodyPr vert="horz" lIns="91440" tIns="45720" rIns="91440" bIns="45720" rtlCol="0" anchor="ctr"/>
          <a:lstStyle>
            <a:lvl1pPr algn="r">
              <a:defRPr lang="ko-KR" altLang="en-US" sz="700" smtClean="0">
                <a:solidFill>
                  <a:schemeClr val="bg1"/>
                </a:solidFill>
              </a:defRPr>
            </a:lvl1pPr>
          </a:lstStyle>
          <a:p>
            <a:fld id="{5BCDA562-D163-4743-A5E0-EF338EDE3E78}" type="slidenum">
              <a:rPr lang="en-US" altLang="ko-KR" smtClean="0"/>
              <a:pPr/>
              <a:t>‹#›</a:t>
            </a:fld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6B3DAE0-6B0F-9813-06BC-ECD5AE4BEF7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8139" y="291165"/>
            <a:ext cx="935457" cy="95905"/>
          </a:xfrm>
          <a:prstGeom prst="rect">
            <a:avLst/>
          </a:prstGeom>
        </p:spPr>
      </p:pic>
      <p:cxnSp>
        <p:nvCxnSpPr>
          <p:cNvPr id="4" name="직선 연결선[R] 17">
            <a:extLst>
              <a:ext uri="{FF2B5EF4-FFF2-40B4-BE49-F238E27FC236}">
                <a16:creationId xmlns:a16="http://schemas.microsoft.com/office/drawing/2014/main" id="{317DCD4A-01CF-C73C-485F-C27934601B8B}"/>
              </a:ext>
            </a:extLst>
          </p:cNvPr>
          <p:cNvCxnSpPr>
            <a:cxnSpLocks/>
          </p:cNvCxnSpPr>
          <p:nvPr userDrawn="1"/>
        </p:nvCxnSpPr>
        <p:spPr>
          <a:xfrm>
            <a:off x="360000" y="560950"/>
            <a:ext cx="8424000" cy="0"/>
          </a:xfrm>
          <a:prstGeom prst="line">
            <a:avLst/>
          </a:prstGeom>
          <a:ln w="635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71129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지_오른쪽 gray_ver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323A06C9-4304-63D4-2539-2DC9BFBC2123}"/>
              </a:ext>
            </a:extLst>
          </p:cNvPr>
          <p:cNvSpPr/>
          <p:nvPr userDrawn="1"/>
        </p:nvSpPr>
        <p:spPr>
          <a:xfrm>
            <a:off x="6202679" y="833119"/>
            <a:ext cx="2941321" cy="5485875"/>
          </a:xfrm>
          <a:prstGeom prst="rect">
            <a:avLst/>
          </a:prstGeom>
          <a:solidFill>
            <a:srgbClr val="F0F0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5D603D0-E8F4-2E57-8736-622D644D69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3351" y="214853"/>
            <a:ext cx="7153609" cy="259623"/>
          </a:xfrm>
        </p:spPr>
        <p:txBody>
          <a:bodyPr>
            <a:spAutoFit/>
          </a:bodyPr>
          <a:lstStyle>
            <a:lvl1pPr>
              <a:defRPr sz="1200">
                <a:solidFill>
                  <a:schemeClr val="tx2">
                    <a:lumMod val="50000"/>
                  </a:schemeClr>
                </a:solidFill>
                <a:latin typeface="나눔스퀘어 네오 OTF ExtraBold" panose="00000900000000000000" pitchFamily="50" charset="-127"/>
                <a:ea typeface="나눔스퀘어 네오 OTF ExtraBold" panose="00000900000000000000" pitchFamily="50" charset="-127"/>
              </a:defRPr>
            </a:lvl1pPr>
          </a:lstStyle>
          <a:p>
            <a:r>
              <a:rPr lang="ko-KR" altLang="en-US" dirty="0"/>
              <a:t>제목을 입력하세요</a:t>
            </a:r>
          </a:p>
        </p:txBody>
      </p:sp>
      <p:sp>
        <p:nvSpPr>
          <p:cNvPr id="9" name="슬라이드 번호 개체 틀 4">
            <a:extLst>
              <a:ext uri="{FF2B5EF4-FFF2-40B4-BE49-F238E27FC236}">
                <a16:creationId xmlns:a16="http://schemas.microsoft.com/office/drawing/2014/main" id="{FB97E755-5134-F431-5DA8-EF740A8F9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03231" y="6492875"/>
            <a:ext cx="407670" cy="365125"/>
          </a:xfrm>
        </p:spPr>
        <p:txBody>
          <a:bodyPr vert="horz" lIns="91440" tIns="45720" rIns="91440" bIns="45720" rtlCol="0" anchor="ctr"/>
          <a:lstStyle>
            <a:lvl1pPr algn="r">
              <a:defRPr lang="ko-KR" altLang="en-US" sz="700" smtClean="0">
                <a:solidFill>
                  <a:schemeClr val="tx1"/>
                </a:solidFill>
              </a:defRPr>
            </a:lvl1pPr>
          </a:lstStyle>
          <a:p>
            <a:fld id="{5BCDA562-D163-4743-A5E0-EF338EDE3E78}" type="slidenum">
              <a:rPr lang="en-US" altLang="ko-KR" smtClean="0"/>
              <a:pPr/>
              <a:t>‹#›</a:t>
            </a:fld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6B3DAE0-6B0F-9813-06BC-ECD5AE4BEF7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8139" y="291165"/>
            <a:ext cx="935457" cy="95905"/>
          </a:xfrm>
          <a:prstGeom prst="rect">
            <a:avLst/>
          </a:prstGeom>
        </p:spPr>
      </p:pic>
      <p:cxnSp>
        <p:nvCxnSpPr>
          <p:cNvPr id="4" name="직선 연결선[R] 17">
            <a:extLst>
              <a:ext uri="{FF2B5EF4-FFF2-40B4-BE49-F238E27FC236}">
                <a16:creationId xmlns:a16="http://schemas.microsoft.com/office/drawing/2014/main" id="{317DCD4A-01CF-C73C-485F-C27934601B8B}"/>
              </a:ext>
            </a:extLst>
          </p:cNvPr>
          <p:cNvCxnSpPr>
            <a:cxnSpLocks/>
          </p:cNvCxnSpPr>
          <p:nvPr userDrawn="1"/>
        </p:nvCxnSpPr>
        <p:spPr>
          <a:xfrm>
            <a:off x="360000" y="560950"/>
            <a:ext cx="8424000" cy="0"/>
          </a:xfrm>
          <a:prstGeom prst="line">
            <a:avLst/>
          </a:prstGeom>
          <a:ln w="635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625742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지_오른쪽 blue_ver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323A06C9-4304-63D4-2539-2DC9BFBC2123}"/>
              </a:ext>
            </a:extLst>
          </p:cNvPr>
          <p:cNvSpPr/>
          <p:nvPr userDrawn="1"/>
        </p:nvSpPr>
        <p:spPr>
          <a:xfrm>
            <a:off x="6202679" y="833119"/>
            <a:ext cx="2941321" cy="548587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5D603D0-E8F4-2E57-8736-622D644D69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3351" y="214853"/>
            <a:ext cx="7153609" cy="259623"/>
          </a:xfrm>
        </p:spPr>
        <p:txBody>
          <a:bodyPr>
            <a:spAutoFit/>
          </a:bodyPr>
          <a:lstStyle>
            <a:lvl1pPr>
              <a:defRPr sz="1200">
                <a:solidFill>
                  <a:schemeClr val="tx2">
                    <a:lumMod val="50000"/>
                  </a:schemeClr>
                </a:solidFill>
                <a:latin typeface="나눔스퀘어 네오 OTF ExtraBold" panose="00000900000000000000" pitchFamily="50" charset="-127"/>
                <a:ea typeface="나눔스퀘어 네오 OTF ExtraBold" panose="00000900000000000000" pitchFamily="50" charset="-127"/>
              </a:defRPr>
            </a:lvl1pPr>
          </a:lstStyle>
          <a:p>
            <a:r>
              <a:rPr lang="ko-KR" altLang="en-US" dirty="0"/>
              <a:t>제목을 입력하세요</a:t>
            </a:r>
          </a:p>
        </p:txBody>
      </p:sp>
      <p:sp>
        <p:nvSpPr>
          <p:cNvPr id="9" name="슬라이드 번호 개체 틀 4">
            <a:extLst>
              <a:ext uri="{FF2B5EF4-FFF2-40B4-BE49-F238E27FC236}">
                <a16:creationId xmlns:a16="http://schemas.microsoft.com/office/drawing/2014/main" id="{FB97E755-5134-F431-5DA8-EF740A8F9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03231" y="6492875"/>
            <a:ext cx="407670" cy="365125"/>
          </a:xfrm>
        </p:spPr>
        <p:txBody>
          <a:bodyPr vert="horz" lIns="91440" tIns="45720" rIns="91440" bIns="45720" rtlCol="0" anchor="ctr"/>
          <a:lstStyle>
            <a:lvl1pPr algn="r">
              <a:defRPr lang="ko-KR" altLang="en-US" sz="700" smtClean="0">
                <a:solidFill>
                  <a:schemeClr val="tx1"/>
                </a:solidFill>
              </a:defRPr>
            </a:lvl1pPr>
          </a:lstStyle>
          <a:p>
            <a:fld id="{5BCDA562-D163-4743-A5E0-EF338EDE3E78}" type="slidenum">
              <a:rPr lang="en-US" altLang="ko-KR" smtClean="0"/>
              <a:pPr/>
              <a:t>‹#›</a:t>
            </a:fld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6B3DAE0-6B0F-9813-06BC-ECD5AE4BEF7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8139" y="291165"/>
            <a:ext cx="935457" cy="95905"/>
          </a:xfrm>
          <a:prstGeom prst="rect">
            <a:avLst/>
          </a:prstGeom>
        </p:spPr>
      </p:pic>
      <p:cxnSp>
        <p:nvCxnSpPr>
          <p:cNvPr id="4" name="직선 연결선[R] 17">
            <a:extLst>
              <a:ext uri="{FF2B5EF4-FFF2-40B4-BE49-F238E27FC236}">
                <a16:creationId xmlns:a16="http://schemas.microsoft.com/office/drawing/2014/main" id="{317DCD4A-01CF-C73C-485F-C27934601B8B}"/>
              </a:ext>
            </a:extLst>
          </p:cNvPr>
          <p:cNvCxnSpPr>
            <a:cxnSpLocks/>
          </p:cNvCxnSpPr>
          <p:nvPr userDrawn="1"/>
        </p:nvCxnSpPr>
        <p:spPr>
          <a:xfrm>
            <a:off x="360000" y="560950"/>
            <a:ext cx="8424000" cy="0"/>
          </a:xfrm>
          <a:prstGeom prst="line">
            <a:avLst/>
          </a:prstGeom>
          <a:ln w="635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022403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지_오른쪽 dark_ver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323A06C9-4304-63D4-2539-2DC9BFBC2123}"/>
              </a:ext>
            </a:extLst>
          </p:cNvPr>
          <p:cNvSpPr/>
          <p:nvPr userDrawn="1"/>
        </p:nvSpPr>
        <p:spPr>
          <a:xfrm>
            <a:off x="6202679" y="833119"/>
            <a:ext cx="2941321" cy="5485875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5D603D0-E8F4-2E57-8736-622D644D69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3351" y="214853"/>
            <a:ext cx="7153609" cy="259623"/>
          </a:xfrm>
        </p:spPr>
        <p:txBody>
          <a:bodyPr>
            <a:spAutoFit/>
          </a:bodyPr>
          <a:lstStyle>
            <a:lvl1pPr>
              <a:defRPr sz="1200">
                <a:solidFill>
                  <a:schemeClr val="tx2">
                    <a:lumMod val="50000"/>
                  </a:schemeClr>
                </a:solidFill>
                <a:latin typeface="나눔스퀘어 네오 OTF ExtraBold" panose="00000900000000000000" pitchFamily="50" charset="-127"/>
                <a:ea typeface="나눔스퀘어 네오 OTF ExtraBold" panose="00000900000000000000" pitchFamily="50" charset="-127"/>
              </a:defRPr>
            </a:lvl1pPr>
          </a:lstStyle>
          <a:p>
            <a:r>
              <a:rPr lang="ko-KR" altLang="en-US" dirty="0"/>
              <a:t>제목을 입력하세요</a:t>
            </a:r>
          </a:p>
        </p:txBody>
      </p:sp>
      <p:sp>
        <p:nvSpPr>
          <p:cNvPr id="9" name="슬라이드 번호 개체 틀 4">
            <a:extLst>
              <a:ext uri="{FF2B5EF4-FFF2-40B4-BE49-F238E27FC236}">
                <a16:creationId xmlns:a16="http://schemas.microsoft.com/office/drawing/2014/main" id="{FB97E755-5134-F431-5DA8-EF740A8F9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03231" y="6492875"/>
            <a:ext cx="407670" cy="365125"/>
          </a:xfrm>
        </p:spPr>
        <p:txBody>
          <a:bodyPr vert="horz" lIns="91440" tIns="45720" rIns="91440" bIns="45720" rtlCol="0" anchor="ctr"/>
          <a:lstStyle>
            <a:lvl1pPr algn="r">
              <a:defRPr lang="ko-KR" altLang="en-US" sz="700" smtClean="0">
                <a:solidFill>
                  <a:schemeClr val="tx1"/>
                </a:solidFill>
              </a:defRPr>
            </a:lvl1pPr>
          </a:lstStyle>
          <a:p>
            <a:fld id="{5BCDA562-D163-4743-A5E0-EF338EDE3E78}" type="slidenum">
              <a:rPr lang="en-US" altLang="ko-KR" smtClean="0"/>
              <a:pPr/>
              <a:t>‹#›</a:t>
            </a:fld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6B3DAE0-6B0F-9813-06BC-ECD5AE4BEF7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8139" y="291165"/>
            <a:ext cx="935457" cy="95905"/>
          </a:xfrm>
          <a:prstGeom prst="rect">
            <a:avLst/>
          </a:prstGeom>
        </p:spPr>
      </p:pic>
      <p:cxnSp>
        <p:nvCxnSpPr>
          <p:cNvPr id="4" name="직선 연결선[R] 17">
            <a:extLst>
              <a:ext uri="{FF2B5EF4-FFF2-40B4-BE49-F238E27FC236}">
                <a16:creationId xmlns:a16="http://schemas.microsoft.com/office/drawing/2014/main" id="{317DCD4A-01CF-C73C-485F-C27934601B8B}"/>
              </a:ext>
            </a:extLst>
          </p:cNvPr>
          <p:cNvCxnSpPr>
            <a:cxnSpLocks/>
          </p:cNvCxnSpPr>
          <p:nvPr userDrawn="1"/>
        </p:nvCxnSpPr>
        <p:spPr>
          <a:xfrm>
            <a:off x="360000" y="560950"/>
            <a:ext cx="8424000" cy="0"/>
          </a:xfrm>
          <a:prstGeom prst="line">
            <a:avLst/>
          </a:prstGeom>
          <a:ln w="635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7222527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fld id="{5BCDA562-D163-4743-A5E0-EF338EDE3E78}" type="slidenum">
              <a:rPr lang="en-US" altLang="ko-KR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23738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래픽 6">
            <a:extLst>
              <a:ext uri="{FF2B5EF4-FFF2-40B4-BE49-F238E27FC236}">
                <a16:creationId xmlns:a16="http://schemas.microsoft.com/office/drawing/2014/main" id="{F00AA3A2-A2C8-3AC7-1600-A60BA226FA01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6029" t="-23096" r="230" b="-1"/>
          <a:stretch/>
        </p:blipFill>
        <p:spPr>
          <a:xfrm>
            <a:off x="0" y="548645"/>
            <a:ext cx="9144000" cy="5820169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6AB7E129-3704-6D23-EF6B-D65E3083892B}"/>
              </a:ext>
            </a:extLst>
          </p:cNvPr>
          <p:cNvSpPr txBox="1"/>
          <p:nvPr userDrawn="1"/>
        </p:nvSpPr>
        <p:spPr>
          <a:xfrm>
            <a:off x="3581186" y="673222"/>
            <a:ext cx="198163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dirty="0">
                <a:solidFill>
                  <a:schemeClr val="bg1">
                    <a:lumMod val="50000"/>
                  </a:schemeClr>
                </a:solidFill>
                <a:latin typeface="나눔스퀘어 네오 OTF ExtraBold" panose="00000900000000000000" pitchFamily="50" charset="-127"/>
                <a:ea typeface="나눔스퀘어 네오 OTF ExtraBold" panose="00000900000000000000" pitchFamily="50" charset="-127"/>
              </a:rPr>
              <a:t>Software for Safe World</a:t>
            </a:r>
            <a:endParaRPr lang="ko-KR" altLang="en-US" sz="1100" dirty="0">
              <a:solidFill>
                <a:schemeClr val="bg1">
                  <a:lumMod val="50000"/>
                </a:schemeClr>
              </a:solidFill>
              <a:latin typeface="나눔스퀘어 네오 OTF ExtraBold" panose="00000900000000000000" pitchFamily="50" charset="-127"/>
              <a:ea typeface="나눔스퀘어 네오 OTF ExtraBold" panose="00000900000000000000" pitchFamily="50" charset="-127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302C2962-13CA-67D6-7DB9-C31BEE4A5A4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5900" y="506246"/>
            <a:ext cx="1092200" cy="111974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88C79F16-CE91-413D-96B1-8646B8829D68}"/>
              </a:ext>
            </a:extLst>
          </p:cNvPr>
          <p:cNvSpPr txBox="1"/>
          <p:nvPr/>
        </p:nvSpPr>
        <p:spPr>
          <a:xfrm>
            <a:off x="5229736" y="6301432"/>
            <a:ext cx="3554114" cy="230832"/>
          </a:xfrm>
          <a:prstGeom prst="rect">
            <a:avLst/>
          </a:prstGeom>
          <a:ln>
            <a:noFill/>
          </a:ln>
        </p:spPr>
        <p:txBody>
          <a:bodyPr vert="horz" wrap="square" lIns="90000" tIns="45720" rIns="0" bIns="45720" rtlCol="0">
            <a:spAutoFit/>
          </a:bodyPr>
          <a:lstStyle>
            <a:defPPr>
              <a:defRPr lang="en-US"/>
            </a:defPPr>
            <a:lvl1pPr marR="0" lvl="0" indent="0" algn="r" defTabSz="914377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950" b="0" i="0" u="none" strike="noStrike" cap="none" spc="-30" normalizeH="0" baseline="0">
                <a:ln>
                  <a:noFill/>
                </a:ln>
                <a:solidFill>
                  <a:schemeClr val="tx1">
                    <a:lumMod val="85000"/>
                    <a:lumOff val="15000"/>
                    <a:alpha val="60000"/>
                  </a:schemeClr>
                </a:solidFill>
                <a:effectLst/>
                <a:uLnTx/>
                <a:uFillTx/>
                <a:latin typeface="+mn-ea"/>
                <a:cs typeface="Segoe UI" panose="020B0502040204020203" pitchFamily="34" charset="0"/>
              </a:defRPr>
            </a:lvl1pPr>
            <a:lvl2pPr marL="265113" marR="0" indent="-265113" defTabSz="914377" fontAlgn="auto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>
                <a:tab pos="0" algn="l"/>
                <a:tab pos="265113" algn="l"/>
              </a:tabLst>
              <a:defRPr kumimoji="0" sz="1600" b="0" i="0" u="none" strike="noStrike" cap="none" spc="0" normalizeH="0" baseline="0">
                <a:ln>
                  <a:noFill/>
                </a:ln>
                <a:solidFill>
                  <a:srgbClr val="262626">
                    <a:lumMod val="85000"/>
                    <a:lumOff val="15000"/>
                  </a:srgbClr>
                </a:solidFill>
                <a:effectLst/>
                <a:uLnTx/>
                <a:uFillTx/>
                <a:latin typeface="Segoe UI" panose="020B0502040204020203" pitchFamily="34" charset="0"/>
                <a:ea typeface="맑은 고딕" panose="020B0503020000020004" pitchFamily="50" charset="-127"/>
                <a:cs typeface="Segoe UI" panose="020B0502040204020203" pitchFamily="34" charset="0"/>
              </a:defRPr>
            </a:lvl2pPr>
            <a:lvl3pPr marL="623888" marR="0" indent="-265113" defTabSz="628635" fontAlgn="auto">
              <a:lnSpc>
                <a:spcPct val="120000"/>
              </a:lnSpc>
              <a:spcBef>
                <a:spcPts val="500"/>
              </a:spcBef>
              <a:spcAft>
                <a:spcPts val="500"/>
              </a:spcAft>
              <a:buClrTx/>
              <a:buSzTx/>
              <a:buFont typeface="Arial" panose="020B0604020202020204" pitchFamily="34" charset="0"/>
              <a:buChar char="•"/>
              <a:tabLst>
                <a:tab pos="444500" algn="l"/>
              </a:tabLst>
              <a:defRPr kumimoji="0" sz="1400" b="0" i="0" u="none" strike="noStrike" cap="none" spc="0" normalizeH="0" baseline="0">
                <a:ln>
                  <a:noFill/>
                </a:ln>
                <a:solidFill>
                  <a:srgbClr val="262626">
                    <a:lumMod val="85000"/>
                    <a:lumOff val="15000"/>
                  </a:srgbClr>
                </a:solidFill>
                <a:effectLst/>
                <a:uLnTx/>
                <a:uFillTx/>
                <a:latin typeface="Segoe UI" panose="020B0502040204020203" pitchFamily="34" charset="0"/>
                <a:ea typeface="맑은 고딕" panose="020B0503020000020004" pitchFamily="50" charset="-127"/>
                <a:cs typeface="Segoe UI" panose="020B0502040204020203" pitchFamily="34" charset="0"/>
              </a:defRPr>
            </a:lvl3pPr>
            <a:lvl4pPr marL="982663" marR="0" indent="-265113" defTabSz="914377" fontAlgn="auto">
              <a:lnSpc>
                <a:spcPct val="120000"/>
              </a:lnSpc>
              <a:spcBef>
                <a:spcPts val="500"/>
              </a:spcBef>
              <a:spcAft>
                <a:spcPts val="500"/>
              </a:spcAft>
              <a:buClrTx/>
              <a:buSzTx/>
              <a:buFont typeface="SpoqaHanSans-Regular" panose="020B0500000000000000" pitchFamily="50" charset="-127"/>
              <a:buChar char="-"/>
              <a:tabLst>
                <a:tab pos="444500" algn="l"/>
              </a:tabLst>
              <a:defRPr kumimoji="0" sz="1200" b="0" i="0" u="none" strike="noStrike" cap="none" spc="0" normalizeH="0" baseline="0">
                <a:ln>
                  <a:noFill/>
                </a:ln>
                <a:solidFill>
                  <a:srgbClr val="262626">
                    <a:lumMod val="85000"/>
                    <a:lumOff val="15000"/>
                  </a:srgbClr>
                </a:solidFill>
                <a:effectLst/>
                <a:uLnTx/>
                <a:uFillTx/>
                <a:latin typeface="Segoe UI" panose="020B0502040204020203" pitchFamily="34" charset="0"/>
                <a:ea typeface="맑은 고딕" panose="020B0503020000020004" pitchFamily="50" charset="-127"/>
                <a:cs typeface="Segoe UI" panose="020B0502040204020203" pitchFamily="34" charset="0"/>
              </a:defRPr>
            </a:lvl4pPr>
            <a:lvl5pPr marL="1341438" marR="0" indent="-265113" defTabSz="581011" fontAlgn="auto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맑은 고딕" panose="020B0503020000020004" pitchFamily="50" charset="-127"/>
              <a:buChar char="-"/>
              <a:tabLst/>
              <a:defRPr kumimoji="0" sz="1050" b="0" i="0" u="none" strike="noStrike" cap="none" spc="0" normalizeH="0" baseline="0">
                <a:ln>
                  <a:noFill/>
                </a:ln>
                <a:solidFill>
                  <a:srgbClr val="262626">
                    <a:lumMod val="85000"/>
                    <a:lumOff val="15000"/>
                  </a:srgbClr>
                </a:solidFill>
                <a:effectLst/>
                <a:uLnTx/>
                <a:uFillTx/>
                <a:latin typeface="Segoe UI" panose="020B0502040204020203" pitchFamily="34" charset="0"/>
                <a:ea typeface="맑은 고딕" panose="020B0503020000020004" pitchFamily="50" charset="-127"/>
                <a:cs typeface="Segoe UI" panose="020B0502040204020203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altLang="x-none" dirty="0"/>
              <a:t>ⓒ 2026. </a:t>
            </a:r>
            <a:r>
              <a:rPr lang="en-US" altLang="x-none" dirty="0" err="1"/>
              <a:t>Suresofttech</a:t>
            </a:r>
            <a:r>
              <a:rPr lang="en-US" altLang="x-none" dirty="0"/>
              <a:t> Inc. All rights reserved.</a:t>
            </a:r>
            <a:endParaRPr lang="x-none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A2F1A4F-62F5-46A4-8EF0-D406C19CB50E}"/>
              </a:ext>
            </a:extLst>
          </p:cNvPr>
          <p:cNvSpPr txBox="1"/>
          <p:nvPr userDrawn="1"/>
        </p:nvSpPr>
        <p:spPr>
          <a:xfrm>
            <a:off x="3324703" y="2799483"/>
            <a:ext cx="2494594" cy="649152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srgbClr val="002878"/>
                </a:solidFill>
                <a:effectLst/>
                <a:uLnTx/>
                <a:uFillTx/>
                <a:latin typeface="나눔스퀘어 네오 OTF Heavy" panose="00000A00000000000000" pitchFamily="50" charset="-127"/>
                <a:ea typeface="나눔스퀘어 네오 OTF Heavy" panose="00000A00000000000000" pitchFamily="50" charset="-127"/>
                <a:cs typeface="+mj-cs"/>
              </a:rPr>
              <a:t>Thank You</a:t>
            </a:r>
            <a:endParaRPr lang="ko-KR" altLang="en-US" sz="3200" dirty="0">
              <a:solidFill>
                <a:srgbClr val="002878"/>
              </a:solidFill>
              <a:latin typeface="나눔스퀘어 네오 OTF Heavy" panose="00000A00000000000000" pitchFamily="50" charset="-127"/>
              <a:ea typeface="나눔스퀘어 네오 OTF Heavy" panose="00000A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3849544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제목(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날짜 개체 틀 13">
            <a:extLst>
              <a:ext uri="{FF2B5EF4-FFF2-40B4-BE49-F238E27FC236}">
                <a16:creationId xmlns:a16="http://schemas.microsoft.com/office/drawing/2014/main" id="{03FFA564-52AC-B048-8306-BBE33A84A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x-none" altLang="en-US"/>
          </a:p>
        </p:txBody>
      </p:sp>
      <p:sp>
        <p:nvSpPr>
          <p:cNvPr id="15" name="바닥글 개체 틀 14">
            <a:extLst>
              <a:ext uri="{FF2B5EF4-FFF2-40B4-BE49-F238E27FC236}">
                <a16:creationId xmlns:a16="http://schemas.microsoft.com/office/drawing/2014/main" id="{4E54E667-CCE4-B248-A865-D740AF1C0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x-none" altLang="en-US"/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631EE639-32F2-F448-A10F-42C83F5480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4000" y="304604"/>
            <a:ext cx="342000" cy="201145"/>
          </a:xfrm>
          <a:prstGeom prst="rect">
            <a:avLst/>
          </a:prstGeom>
        </p:spPr>
        <p:txBody>
          <a:bodyPr vert="horz" lIns="0" tIns="0" rIns="0" bIns="46800" rtlCol="0" anchor="ctr">
            <a:spAutoFit/>
          </a:bodyPr>
          <a:lstStyle>
            <a:lvl1pPr algn="r">
              <a:defRPr sz="1000" b="1">
                <a:solidFill>
                  <a:schemeClr val="tx1">
                    <a:lumMod val="75000"/>
                    <a:lumOff val="25000"/>
                  </a:schemeClr>
                </a:solidFill>
                <a:latin typeface="나눔스퀘어 네오 OTF Regular" panose="00000500000000000000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1pPr>
          </a:lstStyle>
          <a:p>
            <a:fld id="{9900B02E-8AB5-43FE-AC7E-4FB227A4939C}" type="slidenum">
              <a:rPr lang="en-US" altLang="ko-KR" smtClean="0"/>
              <a:pPr/>
              <a:t>‹#›</a:t>
            </a:fld>
            <a:endParaRPr lang="en-US" dirty="0"/>
          </a:p>
        </p:txBody>
      </p:sp>
      <p:cxnSp>
        <p:nvCxnSpPr>
          <p:cNvPr id="18" name="직선 연결선[R] 17">
            <a:extLst>
              <a:ext uri="{FF2B5EF4-FFF2-40B4-BE49-F238E27FC236}">
                <a16:creationId xmlns:a16="http://schemas.microsoft.com/office/drawing/2014/main" id="{FF3EFFCF-8EA0-DA4B-8D39-C44C0ACB3D85}"/>
              </a:ext>
            </a:extLst>
          </p:cNvPr>
          <p:cNvCxnSpPr>
            <a:cxnSpLocks/>
          </p:cNvCxnSpPr>
          <p:nvPr/>
        </p:nvCxnSpPr>
        <p:spPr>
          <a:xfrm>
            <a:off x="360000" y="560950"/>
            <a:ext cx="8424000" cy="0"/>
          </a:xfrm>
          <a:prstGeom prst="line">
            <a:avLst/>
          </a:prstGeom>
          <a:ln>
            <a:solidFill>
              <a:srgbClr val="C1C8D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제목 개체 틀 12">
            <a:extLst>
              <a:ext uri="{FF2B5EF4-FFF2-40B4-BE49-F238E27FC236}">
                <a16:creationId xmlns:a16="http://schemas.microsoft.com/office/drawing/2014/main" id="{A6176F38-10E2-AA4F-BEBA-880BAF5197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8000" y="191890"/>
            <a:ext cx="7886700" cy="313859"/>
          </a:xfrm>
          <a:prstGeom prst="rect">
            <a:avLst/>
          </a:prstGeom>
        </p:spPr>
        <p:txBody>
          <a:bodyPr vert="horz" lIns="18000" tIns="72000" rIns="91440" bIns="46800" rtlCol="0" anchor="ctr">
            <a:spAutoFit/>
          </a:bodyPr>
          <a:lstStyle/>
          <a:p>
            <a:r>
              <a:rPr kumimoji="1" lang="ko-KR" altLang="en-US"/>
              <a:t>마스터 제목 스타일 편집</a:t>
            </a:r>
            <a:endParaRPr kumimoji="1" lang="x-none" altLang="en-US"/>
          </a:p>
        </p:txBody>
      </p:sp>
    </p:spTree>
    <p:extLst>
      <p:ext uri="{BB962C8B-B14F-4D97-AF65-F5344CB8AC3E}">
        <p14:creationId xmlns:p14="http://schemas.microsoft.com/office/powerpoint/2010/main" val="36237617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73351" y="214854"/>
            <a:ext cx="7886700" cy="259623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/>
          <a:p>
            <a:pPr lvl="0"/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3350" y="799003"/>
            <a:ext cx="8591249" cy="1433982"/>
          </a:xfrm>
          <a:prstGeom prst="rect">
            <a:avLst/>
          </a:prstGeom>
        </p:spPr>
        <p:txBody>
          <a:bodyPr vert="horz" lIns="91440" tIns="45720" rIns="91440" bIns="45720" rtlCol="0">
            <a:sp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73351" y="6492874"/>
            <a:ext cx="24126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492874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78103" y="6492874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ko-KR" altLang="en-US" sz="700" smtClean="0"/>
            </a:lvl1pPr>
          </a:lstStyle>
          <a:p>
            <a:pPr algn="r"/>
            <a:fld id="{5BCDA562-D163-4743-A5E0-EF338EDE3E78}" type="slidenum">
              <a:rPr lang="en-US" altLang="ko-KR" smtClean="0"/>
              <a:pPr algn="r"/>
              <a:t>‹#›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7C97564-E74C-0685-2346-8933404D1E18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42100"/>
            <a:ext cx="609282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ko-KR" altLang="en-US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본 문서는 현대자동차·기아의 정보자산으로 귀사와의 비밀유지계약 및 제반법률에 따라 법적 보호를 받습니다.</a:t>
            </a:r>
          </a:p>
        </p:txBody>
      </p:sp>
    </p:spTree>
    <p:extLst>
      <p:ext uri="{BB962C8B-B14F-4D97-AF65-F5344CB8AC3E}">
        <p14:creationId xmlns:p14="http://schemas.microsoft.com/office/powerpoint/2010/main" val="7299004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61" r:id="rId2"/>
    <p:sldLayoutId id="2147483673" r:id="rId3"/>
    <p:sldLayoutId id="2147483675" r:id="rId4"/>
    <p:sldLayoutId id="2147483697" r:id="rId5"/>
    <p:sldLayoutId id="2147483676" r:id="rId6"/>
    <p:sldLayoutId id="2147483698" r:id="rId7"/>
    <p:sldLayoutId id="2147483677" r:id="rId8"/>
    <p:sldLayoutId id="2147483681" r:id="rId9"/>
    <p:sldLayoutId id="2147483682" r:id="rId10"/>
    <p:sldLayoutId id="2147483683" r:id="rId11"/>
    <p:sldLayoutId id="2147483693" r:id="rId12"/>
    <p:sldLayoutId id="2147483686" r:id="rId13"/>
    <p:sldLayoutId id="2147483684" r:id="rId14"/>
    <p:sldLayoutId id="2147483694" r:id="rId15"/>
    <p:sldLayoutId id="2147483687" r:id="rId16"/>
    <p:sldLayoutId id="2147483688" r:id="rId17"/>
    <p:sldLayoutId id="2147483695" r:id="rId18"/>
    <p:sldLayoutId id="2147483690" r:id="rId19"/>
    <p:sldLayoutId id="2147483689" r:id="rId20"/>
    <p:sldLayoutId id="2147483696" r:id="rId21"/>
    <p:sldLayoutId id="2147483667" r:id="rId22"/>
    <p:sldLayoutId id="2147483691" r:id="rId23"/>
    <p:sldLayoutId id="2147483692" r:id="rId24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lang="en-US" altLang="en-US" sz="1200" kern="1200" dirty="0">
          <a:solidFill>
            <a:schemeClr val="tx2">
              <a:lumMod val="50000"/>
            </a:schemeClr>
          </a:solidFill>
          <a:latin typeface="나눔스퀘어 네오 OTF ExtraBold" panose="00000900000000000000" pitchFamily="50" charset="-127"/>
          <a:ea typeface="나눔스퀘어 네오 OTF ExtraBold" panose="00000900000000000000" pitchFamily="50" charset="-127"/>
          <a:cs typeface="+mj-cs"/>
        </a:defRPr>
      </a:lvl1pPr>
    </p:titleStyle>
    <p:bodyStyle>
      <a:lvl1pPr marL="0" indent="0" algn="l" defTabSz="914400" rtl="0" eaLnBrk="1" latinLnBrk="1" hangingPunct="1">
        <a:lnSpc>
          <a:spcPct val="120000"/>
        </a:lnSpc>
        <a:spcBef>
          <a:spcPts val="300"/>
        </a:spcBef>
        <a:spcAft>
          <a:spcPts val="300"/>
        </a:spcAft>
        <a:buFontTx/>
        <a:buNone/>
        <a:defRPr sz="1400" kern="1200">
          <a:solidFill>
            <a:schemeClr val="tx1"/>
          </a:solidFill>
          <a:latin typeface="나눔스퀘어 네오 OTF ExtraBold" panose="00000900000000000000" pitchFamily="50" charset="-127"/>
          <a:ea typeface="나눔스퀘어 네오 OTF ExtraBold" panose="00000900000000000000" pitchFamily="50" charset="-127"/>
          <a:cs typeface="+mn-cs"/>
        </a:defRPr>
      </a:lvl1pPr>
      <a:lvl2pPr marL="144000" indent="-144000" algn="l" defTabSz="914400" rtl="0" eaLnBrk="1" latinLnBrk="1" hangingPunct="1">
        <a:lnSpc>
          <a:spcPct val="120000"/>
        </a:lnSpc>
        <a:spcBef>
          <a:spcPts val="600"/>
        </a:spcBef>
        <a:spcAft>
          <a:spcPts val="400"/>
        </a:spcAft>
        <a:buFont typeface="Wingdings" panose="05000000000000000000" pitchFamily="2" charset="2"/>
        <a:buChar char="§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288000" indent="-108000" algn="l" defTabSz="914400" rtl="0" eaLnBrk="1" latinLnBrk="1" hangingPunct="1">
        <a:lnSpc>
          <a:spcPct val="110000"/>
        </a:lnSpc>
        <a:spcBef>
          <a:spcPts val="500"/>
        </a:spcBef>
        <a:spcAft>
          <a:spcPts val="300"/>
        </a:spcAft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나눔스퀘어 네오 OTF Bold" panose="00000800000000000000" pitchFamily="50" charset="-127"/>
          <a:ea typeface="나눔스퀘어 네오 OTF Bold" panose="00000800000000000000" pitchFamily="50" charset="-127"/>
          <a:cs typeface="+mn-cs"/>
        </a:defRPr>
      </a:lvl3pPr>
      <a:lvl4pPr marL="432000" indent="-108000" algn="l" defTabSz="914400" rtl="0" eaLnBrk="1" latinLnBrk="1" hangingPunct="1">
        <a:lnSpc>
          <a:spcPct val="110000"/>
        </a:lnSpc>
        <a:spcBef>
          <a:spcPts val="200"/>
        </a:spcBef>
        <a:spcAft>
          <a:spcPts val="200"/>
        </a:spcAft>
        <a:buFont typeface="나눔스퀘어 네오 OTF Regular" panose="00000500000000000000" pitchFamily="50" charset="-127"/>
        <a:buChar char="-"/>
        <a:defRPr sz="1000" kern="1200">
          <a:solidFill>
            <a:schemeClr val="tx1"/>
          </a:solidFill>
          <a:latin typeface="나눔스퀘어 네오 OTF Regular" panose="00000500000000000000" pitchFamily="50" charset="-127"/>
          <a:ea typeface="나눔스퀘어 네오 OTF Regular" panose="00000500000000000000" pitchFamily="50" charset="-127"/>
          <a:cs typeface="+mn-cs"/>
        </a:defRPr>
      </a:lvl4pPr>
      <a:lvl5pPr marL="504000" indent="-108000" algn="l" defTabSz="914400" rtl="0" eaLnBrk="1" latinLnBrk="1" hangingPunct="1">
        <a:lnSpc>
          <a:spcPct val="100000"/>
        </a:lnSpc>
        <a:spcBef>
          <a:spcPts val="300"/>
        </a:spcBef>
        <a:spcAft>
          <a:spcPts val="200"/>
        </a:spcAft>
        <a:buFont typeface="나눔스퀘어 네오 OTF Bold" panose="00000800000000000000" pitchFamily="50" charset="-127"/>
        <a:buChar char="＊"/>
        <a:defRPr sz="900" kern="1200">
          <a:solidFill>
            <a:schemeClr val="tx1"/>
          </a:solidFill>
          <a:latin typeface="나눔스퀘어 네오 OTF Light" panose="00000400000000000000" pitchFamily="50" charset="-127"/>
          <a:ea typeface="나눔스퀘어 네오 OTF Light" panose="00000400000000000000" pitchFamily="50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8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AE60330-B83D-4E26-B227-668B9AB1FF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2643498"/>
            <a:ext cx="7772400" cy="675441"/>
          </a:xfrm>
        </p:spPr>
        <p:txBody>
          <a:bodyPr/>
          <a:lstStyle/>
          <a:p>
            <a:r>
              <a:rPr lang="ko-KR" altLang="en-US" dirty="0"/>
              <a:t>요구사항 추출 기능 개발</a:t>
            </a:r>
            <a:br>
              <a:rPr lang="en-US" altLang="ko-KR" dirty="0"/>
            </a:br>
            <a:r>
              <a:rPr lang="en-US" altLang="ko-KR" sz="1600" dirty="0"/>
              <a:t>(Requirement Studio)</a:t>
            </a:r>
            <a:endParaRPr lang="ko-KR" altLang="en-US" sz="16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707A0BB-5708-4E89-9501-D5F98370903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 err="1"/>
              <a:t>슈어소프트테크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324460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71E760CC-1FAA-4F51-B9D5-23BA40C05EE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187101" y="4695915"/>
            <a:ext cx="2194675" cy="2003818"/>
          </a:xfrm>
        </p:spPr>
        <p:txBody>
          <a:bodyPr/>
          <a:lstStyle/>
          <a:p>
            <a:r>
              <a:rPr lang="ko-KR" altLang="en-US" dirty="0"/>
              <a:t>개요 </a:t>
            </a:r>
            <a:endParaRPr lang="en-US" altLang="ko-KR" dirty="0"/>
          </a:p>
          <a:p>
            <a:r>
              <a:rPr lang="ko-KR" altLang="en-US" dirty="0"/>
              <a:t>구조 요약</a:t>
            </a:r>
            <a:endParaRPr lang="en-US" altLang="ko-KR" dirty="0"/>
          </a:p>
          <a:p>
            <a:r>
              <a:rPr lang="ko-KR" altLang="en-US" dirty="0"/>
              <a:t>주요 </a:t>
            </a:r>
            <a:r>
              <a:rPr lang="en-US" altLang="ko-KR" dirty="0"/>
              <a:t>GUI</a:t>
            </a:r>
          </a:p>
          <a:p>
            <a:r>
              <a:rPr lang="ko-KR" altLang="en-US" dirty="0"/>
              <a:t>향후 일정</a:t>
            </a:r>
            <a:endParaRPr lang="en-US" altLang="ko-KR" dirty="0"/>
          </a:p>
          <a:p>
            <a:r>
              <a:rPr lang="ko-KR" altLang="en-US" dirty="0"/>
              <a:t>향후 계획</a:t>
            </a:r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30C691E-6153-4B96-AC51-946F9E8B263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814230" y="4695915"/>
            <a:ext cx="442153" cy="1433726"/>
          </a:xfrm>
        </p:spPr>
        <p:txBody>
          <a:bodyPr/>
          <a:lstStyle/>
          <a:p>
            <a:r>
              <a:rPr lang="en-US" altLang="ko-KR" dirty="0"/>
              <a:t>3p</a:t>
            </a:r>
          </a:p>
          <a:p>
            <a:r>
              <a:rPr lang="en-US" altLang="ko-KR" dirty="0"/>
              <a:t>4p</a:t>
            </a:r>
          </a:p>
          <a:p>
            <a:r>
              <a:rPr lang="en-US" altLang="ko-KR" dirty="0"/>
              <a:t>5p</a:t>
            </a:r>
          </a:p>
          <a:p>
            <a:r>
              <a:rPr lang="en-US" altLang="ko-KR" dirty="0"/>
              <a:t>7p</a:t>
            </a:r>
          </a:p>
          <a:p>
            <a:r>
              <a:rPr lang="en-US" altLang="ko-KR" dirty="0"/>
              <a:t>8p</a:t>
            </a:r>
          </a:p>
        </p:txBody>
      </p:sp>
    </p:spTree>
    <p:extLst>
      <p:ext uri="{BB962C8B-B14F-4D97-AF65-F5344CB8AC3E}">
        <p14:creationId xmlns:p14="http://schemas.microsoft.com/office/powerpoint/2010/main" val="10597473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FE195A-6301-ED2A-1D11-BACF5B896C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EFF2FE0-8B12-01C8-F82F-1FA4805140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b="1" dirty="0">
                <a:latin typeface="+mj-ea"/>
              </a:rPr>
              <a:t>개요</a:t>
            </a:r>
            <a:endParaRPr kumimoji="1" lang="x-none" altLang="en-US" b="1" dirty="0">
              <a:latin typeface="+mj-ea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AA23801B-1321-92EE-2D0D-FB088BADCE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BBEF4-35F7-054D-BCC4-3F145CEF9DF2}" type="slidenum">
              <a:rPr kumimoji="1" lang="x-none" altLang="en-US" smtClean="0"/>
              <a:t>3</a:t>
            </a:fld>
            <a:endParaRPr kumimoji="1" lang="x-none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875070A-AA0F-F0EB-62DF-7A9A2AF5DCCE}"/>
              </a:ext>
            </a:extLst>
          </p:cNvPr>
          <p:cNvSpPr txBox="1">
            <a:spLocks noChangeAspect="1"/>
          </p:cNvSpPr>
          <p:nvPr/>
        </p:nvSpPr>
        <p:spPr>
          <a:xfrm>
            <a:off x="438663" y="708428"/>
            <a:ext cx="1011815" cy="338554"/>
          </a:xfrm>
          <a:prstGeom prst="rect">
            <a:avLst/>
          </a:prstGeom>
          <a:noFill/>
          <a:ln>
            <a:noFill/>
          </a:ln>
        </p:spPr>
        <p:txBody>
          <a:bodyPr wrap="none" rtlCol="0" anchor="ctr">
            <a:spAutoFit/>
          </a:bodyPr>
          <a:lstStyle/>
          <a:p>
            <a:r>
              <a:rPr lang="ko-KR" altLang="en-US" sz="1600" dirty="0">
                <a:solidFill>
                  <a:schemeClr val="tx2"/>
                </a:solidFill>
                <a:latin typeface="나눔스퀘어 네오 OTF ExtraBold" panose="00000900000000000000" pitchFamily="50" charset="-127"/>
                <a:ea typeface="나눔스퀘어 네오 OTF ExtraBold" panose="00000900000000000000" pitchFamily="50" charset="-127"/>
              </a:rPr>
              <a:t>개발 배경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ACFB917-C0A4-8242-FA2F-0BD4719CCE28}"/>
              </a:ext>
            </a:extLst>
          </p:cNvPr>
          <p:cNvSpPr/>
          <p:nvPr/>
        </p:nvSpPr>
        <p:spPr>
          <a:xfrm>
            <a:off x="396692" y="778705"/>
            <a:ext cx="45719" cy="19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  <a:latin typeface="나눔스퀘어 네오 OTF Regular" panose="00000500000000000000" pitchFamily="50" charset="-127"/>
              <a:ea typeface="나눔스퀘어 네오 OTF Regular" panose="00000500000000000000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5B12C6D-ED93-F658-8CA8-1969952B2C57}"/>
              </a:ext>
            </a:extLst>
          </p:cNvPr>
          <p:cNvSpPr txBox="1">
            <a:spLocks noChangeAspect="1"/>
          </p:cNvSpPr>
          <p:nvPr/>
        </p:nvSpPr>
        <p:spPr>
          <a:xfrm>
            <a:off x="439574" y="3411416"/>
            <a:ext cx="1063112" cy="338554"/>
          </a:xfrm>
          <a:prstGeom prst="rect">
            <a:avLst/>
          </a:prstGeom>
          <a:noFill/>
          <a:ln>
            <a:noFill/>
          </a:ln>
        </p:spPr>
        <p:txBody>
          <a:bodyPr wrap="none" rtlCol="0" anchor="ctr">
            <a:spAutoFit/>
          </a:bodyPr>
          <a:lstStyle/>
          <a:p>
            <a:r>
              <a:rPr lang="ko-KR" altLang="en-US" sz="1600" dirty="0">
                <a:solidFill>
                  <a:schemeClr val="tx2"/>
                </a:solidFill>
                <a:latin typeface="나눔스퀘어 네오 OTF ExtraBold" panose="00000900000000000000" pitchFamily="50" charset="-127"/>
                <a:ea typeface="나눔스퀘어 네오 OTF ExtraBold" panose="00000900000000000000" pitchFamily="50" charset="-127"/>
              </a:rPr>
              <a:t>기대 효과 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7344EF00-DACA-52CC-A89C-972D5F0FE4B3}"/>
              </a:ext>
            </a:extLst>
          </p:cNvPr>
          <p:cNvSpPr/>
          <p:nvPr/>
        </p:nvSpPr>
        <p:spPr>
          <a:xfrm>
            <a:off x="397603" y="3481693"/>
            <a:ext cx="45719" cy="19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  <a:latin typeface="나눔스퀘어 네오 OTF Regular" panose="00000500000000000000" pitchFamily="50" charset="-127"/>
              <a:ea typeface="나눔스퀘어 네오 OTF Regular" panose="00000500000000000000" pitchFamily="50" charset="-127"/>
            </a:endParaRP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B5C5C802-CB69-D069-5F11-CEDA52ADEBFE}"/>
              </a:ext>
            </a:extLst>
          </p:cNvPr>
          <p:cNvSpPr/>
          <p:nvPr/>
        </p:nvSpPr>
        <p:spPr>
          <a:xfrm>
            <a:off x="6352674" y="179993"/>
            <a:ext cx="1287378" cy="294483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/>
              <a:t>TBD</a:t>
            </a:r>
            <a:endParaRPr lang="ko-KR" altLang="en-US" sz="1600" dirty="0"/>
          </a:p>
        </p:txBody>
      </p:sp>
      <p:pic>
        <p:nvPicPr>
          <p:cNvPr id="37" name="그림 36">
            <a:extLst>
              <a:ext uri="{FF2B5EF4-FFF2-40B4-BE49-F238E27FC236}">
                <a16:creationId xmlns:a16="http://schemas.microsoft.com/office/drawing/2014/main" id="{5F117BB5-4A0F-B7B5-4E02-07D32CEF7D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677" y="4212724"/>
            <a:ext cx="8389329" cy="1256575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A678DCBE-12F3-F9DD-4F4B-788C10BC90FC}"/>
              </a:ext>
            </a:extLst>
          </p:cNvPr>
          <p:cNvSpPr txBox="1"/>
          <p:nvPr/>
        </p:nvSpPr>
        <p:spPr>
          <a:xfrm>
            <a:off x="438663" y="1119145"/>
            <a:ext cx="8265828" cy="6714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20000"/>
              </a:lnSpc>
              <a:spcAft>
                <a:spcPts val="600"/>
              </a:spcAft>
              <a:defRPr sz="800" b="1">
                <a:latin typeface="나눔스퀘어 네오 OTF Bold" panose="00000800000000000000" pitchFamily="50" charset="-127"/>
                <a:ea typeface="나눔스퀘어 네오 OTF Bold" panose="00000800000000000000" pitchFamily="50" charset="-127"/>
              </a:defRPr>
            </a:lvl1pPr>
          </a:lstStyle>
          <a:p>
            <a:pPr marL="138222" indent="-138222">
              <a:buFontTx/>
              <a:buChar char="-"/>
            </a:pPr>
            <a:r>
              <a:rPr lang="ko-KR" altLang="ko-KR" sz="1400" dirty="0"/>
              <a:t>기존 문서 기반 요구사항 </a:t>
            </a:r>
            <a:r>
              <a:rPr lang="ko-KR" altLang="ko-KR" sz="1400" dirty="0" err="1"/>
              <a:t>분석·정리</a:t>
            </a:r>
            <a:r>
              <a:rPr lang="ko-KR" altLang="ko-KR" sz="1400" dirty="0"/>
              <a:t> 업무는 수작업 의존도가 높고, 담당자별 판단 편차 및 누락 가능성 존재</a:t>
            </a:r>
            <a:endParaRPr lang="en-US" altLang="ko-KR" sz="1400" b="0" dirty="0">
              <a:latin typeface="나눔스퀘어 네오 OTF Regular" panose="00000500000000000000" pitchFamily="50" charset="-127"/>
              <a:ea typeface="나눔스퀘어 네오 OTF Regular" panose="00000500000000000000" pitchFamily="50" charset="-127"/>
            </a:endParaRPr>
          </a:p>
          <a:p>
            <a:pPr marL="138222" indent="-138222">
              <a:buFontTx/>
              <a:buChar char="-"/>
            </a:pPr>
            <a:r>
              <a:rPr lang="ko-KR" altLang="en-US" sz="1400" dirty="0"/>
              <a:t>문서를 자동으로 분석하여</a:t>
            </a:r>
            <a:r>
              <a:rPr lang="en-US" altLang="ko-KR" sz="1400" dirty="0"/>
              <a:t>,</a:t>
            </a:r>
            <a:r>
              <a:rPr lang="ko-KR" altLang="ko-KR" sz="1400" dirty="0"/>
              <a:t> SWE.1 요구사항·SWE.6 테스트 명세까지 </a:t>
            </a:r>
            <a:r>
              <a:rPr lang="ko-KR" altLang="en-US" sz="1400" dirty="0"/>
              <a:t>자동으로 작성</a:t>
            </a:r>
            <a:r>
              <a:rPr lang="en-US" altLang="ko-KR" sz="1400" dirty="0"/>
              <a:t> </a:t>
            </a:r>
            <a:r>
              <a:rPr lang="ko-KR" altLang="en-US" sz="1400" dirty="0"/>
              <a:t>가능한 시스템 필요</a:t>
            </a:r>
            <a:endParaRPr lang="ko-KR" altLang="en-US" sz="1400" b="0" dirty="0">
              <a:latin typeface="나눔스퀘어 네오 OTF Regular" panose="00000500000000000000" pitchFamily="50" charset="-127"/>
              <a:ea typeface="나눔스퀘어 네오 OTF Regular" panose="00000500000000000000" pitchFamily="50" charset="-127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F208E34-A680-731F-DA4B-040ADAC4E091}"/>
              </a:ext>
            </a:extLst>
          </p:cNvPr>
          <p:cNvSpPr txBox="1"/>
          <p:nvPr/>
        </p:nvSpPr>
        <p:spPr>
          <a:xfrm>
            <a:off x="438663" y="3814349"/>
            <a:ext cx="8265828" cy="3359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20000"/>
              </a:lnSpc>
              <a:spcAft>
                <a:spcPts val="600"/>
              </a:spcAft>
              <a:defRPr sz="800" b="1">
                <a:latin typeface="나눔스퀘어 네오 OTF Bold" panose="00000800000000000000" pitchFamily="50" charset="-127"/>
                <a:ea typeface="나눔스퀘어 네오 OTF Bold" panose="00000800000000000000" pitchFamily="50" charset="-127"/>
              </a:defRPr>
            </a:lvl1pPr>
          </a:lstStyle>
          <a:p>
            <a:pPr marL="138222" indent="-138222">
              <a:buFontTx/>
              <a:buChar char="-"/>
            </a:pPr>
            <a:r>
              <a:rPr lang="ko-KR" altLang="ko-KR" sz="1400" dirty="0"/>
              <a:t>문서 분석부터 요구사항 </a:t>
            </a:r>
            <a:r>
              <a:rPr lang="ko-KR" altLang="ko-KR" sz="1400" dirty="0" err="1"/>
              <a:t>추출·테스트</a:t>
            </a:r>
            <a:r>
              <a:rPr lang="ko-KR" altLang="ko-KR" sz="1400" dirty="0"/>
              <a:t> 명세 작성까지 자동화하여 반복 업무 공수 절감 및 업무 생산성 향상</a:t>
            </a:r>
            <a:endParaRPr lang="en-US" altLang="ko-KR" sz="1400" b="0" dirty="0">
              <a:latin typeface="나눔스퀘어 네오 OTF Regular" panose="00000500000000000000" pitchFamily="50" charset="-127"/>
              <a:ea typeface="나눔스퀘어 네오 OTF Regular" panose="00000500000000000000" pitchFamily="50" charset="-127"/>
            </a:endParaRPr>
          </a:p>
        </p:txBody>
      </p: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37D3722B-D80F-05FE-234E-4FFF837BB23F}"/>
              </a:ext>
            </a:extLst>
          </p:cNvPr>
          <p:cNvSpPr/>
          <p:nvPr/>
        </p:nvSpPr>
        <p:spPr>
          <a:xfrm>
            <a:off x="866898" y="5798366"/>
            <a:ext cx="7647709" cy="472085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문서 </a:t>
            </a:r>
            <a:r>
              <a:rPr lang="en-US" altLang="ko-KR" dirty="0"/>
              <a:t>+ LLM</a:t>
            </a:r>
            <a:r>
              <a:rPr lang="en-US" altLang="ko-KR" sz="1400" dirty="0"/>
              <a:t>(ALIRA or GPT </a:t>
            </a:r>
            <a:r>
              <a:rPr lang="ko-KR" altLang="en-US" sz="1400" dirty="0"/>
              <a:t>등</a:t>
            </a:r>
            <a:r>
              <a:rPr lang="en-US" altLang="ko-KR" sz="1400" dirty="0"/>
              <a:t>) </a:t>
            </a:r>
            <a:r>
              <a:rPr lang="ko-KR" altLang="en-US" dirty="0"/>
              <a:t>으로부터 요구사항 명세서를 도출하는 프로그램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294008E-650F-3101-27D9-BE459526D9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8341" y="1924693"/>
            <a:ext cx="8388000" cy="1063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26521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62BC4E-0D41-5606-59FC-9BE76BF10A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Shape 11">
            <a:extLst>
              <a:ext uri="{FF2B5EF4-FFF2-40B4-BE49-F238E27FC236}">
                <a16:creationId xmlns:a16="http://schemas.microsoft.com/office/drawing/2014/main" id="{8078FFB5-209B-339C-2291-B4DA670CC6B1}"/>
              </a:ext>
            </a:extLst>
          </p:cNvPr>
          <p:cNvSpPr/>
          <p:nvPr/>
        </p:nvSpPr>
        <p:spPr>
          <a:xfrm>
            <a:off x="610012" y="1139175"/>
            <a:ext cx="7923137" cy="822960"/>
          </a:xfrm>
          <a:prstGeom prst="roundRect">
            <a:avLst>
              <a:gd name="adj" fmla="val 8889"/>
            </a:avLst>
          </a:prstGeom>
          <a:solidFill>
            <a:srgbClr val="EEF7FF"/>
          </a:solidFill>
          <a:ln w="10160">
            <a:solidFill>
              <a:srgbClr val="D3E7FB"/>
            </a:solidFill>
            <a:prstDash val="solid"/>
          </a:ln>
        </p:spPr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721B5310-6011-059E-D679-CE77F42C0E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BBEF4-35F7-054D-BCC4-3F145CEF9DF2}" type="slidenum">
              <a:rPr kumimoji="1" lang="x-none" altLang="en-US" smtClean="0"/>
              <a:t>4</a:t>
            </a:fld>
            <a:endParaRPr kumimoji="1" lang="x-none" altLang="en-US"/>
          </a:p>
        </p:txBody>
      </p:sp>
      <p:sp>
        <p:nvSpPr>
          <p:cNvPr id="111" name="제목 1">
            <a:extLst>
              <a:ext uri="{FF2B5EF4-FFF2-40B4-BE49-F238E27FC236}">
                <a16:creationId xmlns:a16="http://schemas.microsoft.com/office/drawing/2014/main" id="{1A8E4B54-06BA-D98E-D474-AEE7C8868F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3351" y="214853"/>
            <a:ext cx="7183166" cy="259623"/>
          </a:xfrm>
        </p:spPr>
        <p:txBody>
          <a:bodyPr/>
          <a:lstStyle/>
          <a:p>
            <a:r>
              <a:rPr kumimoji="1" lang="ko-KR" altLang="en-US" b="1" dirty="0">
                <a:latin typeface="+mj-ea"/>
              </a:rPr>
              <a:t>구조 요약</a:t>
            </a:r>
            <a:endParaRPr kumimoji="1" lang="x-none" altLang="en-US" b="1" dirty="0">
              <a:latin typeface="+mj-ea"/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16FC291E-8055-7E3A-654F-AA7D530A33B0}"/>
              </a:ext>
            </a:extLst>
          </p:cNvPr>
          <p:cNvSpPr/>
          <p:nvPr/>
        </p:nvSpPr>
        <p:spPr>
          <a:xfrm>
            <a:off x="412180" y="967706"/>
            <a:ext cx="8318802" cy="1082768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D7E35C54-35B4-EEE4-8FA2-222C3B3EF76E}"/>
              </a:ext>
            </a:extLst>
          </p:cNvPr>
          <p:cNvGrpSpPr/>
          <p:nvPr/>
        </p:nvGrpSpPr>
        <p:grpSpPr>
          <a:xfrm>
            <a:off x="405865" y="749665"/>
            <a:ext cx="1200783" cy="307776"/>
            <a:chOff x="529927" y="1594487"/>
            <a:chExt cx="1200783" cy="307776"/>
          </a:xfrm>
        </p:grpSpPr>
        <p:sp>
          <p:nvSpPr>
            <p:cNvPr id="54" name="직사각형 53">
              <a:extLst>
                <a:ext uri="{FF2B5EF4-FFF2-40B4-BE49-F238E27FC236}">
                  <a16:creationId xmlns:a16="http://schemas.microsoft.com/office/drawing/2014/main" id="{ABB0FF5A-362C-51B9-D6CB-032ACB4D11B0}"/>
                </a:ext>
              </a:extLst>
            </p:cNvPr>
            <p:cNvSpPr/>
            <p:nvPr/>
          </p:nvSpPr>
          <p:spPr>
            <a:xfrm>
              <a:off x="529927" y="1594932"/>
              <a:ext cx="1080000" cy="307331"/>
            </a:xfrm>
            <a:prstGeom prst="rect">
              <a:avLst/>
            </a:prstGeom>
            <a:solidFill>
              <a:srgbClr val="244F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100" b="1" dirty="0">
                  <a:latin typeface="나눔스퀘어 네오 OTF Regular" panose="00000500000000000000" pitchFamily="50" charset="-127"/>
                  <a:ea typeface="나눔스퀘어 네오 OTF Regular" panose="00000500000000000000" pitchFamily="50" charset="-127"/>
                </a:rPr>
                <a:t>한 줄 정의</a:t>
              </a:r>
            </a:p>
          </p:txBody>
        </p:sp>
        <p:sp>
          <p:nvSpPr>
            <p:cNvPr id="55" name="직각 삼각형 54">
              <a:extLst>
                <a:ext uri="{FF2B5EF4-FFF2-40B4-BE49-F238E27FC236}">
                  <a16:creationId xmlns:a16="http://schemas.microsoft.com/office/drawing/2014/main" id="{51447878-3D4E-43EB-4735-9CC9861FAAE2}"/>
                </a:ext>
              </a:extLst>
            </p:cNvPr>
            <p:cNvSpPr/>
            <p:nvPr/>
          </p:nvSpPr>
          <p:spPr>
            <a:xfrm>
              <a:off x="1611076" y="1594487"/>
              <a:ext cx="119634" cy="218040"/>
            </a:xfrm>
            <a:prstGeom prst="rtTriangle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200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endParaRPr>
            </a:p>
          </p:txBody>
        </p:sp>
      </p:grpSp>
      <p:pic>
        <p:nvPicPr>
          <p:cNvPr id="65" name="그림 64">
            <a:extLst>
              <a:ext uri="{FF2B5EF4-FFF2-40B4-BE49-F238E27FC236}">
                <a16:creationId xmlns:a16="http://schemas.microsoft.com/office/drawing/2014/main" id="{ACBF0FC5-E322-F205-9C53-20682674FE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266" y="1270926"/>
            <a:ext cx="569829" cy="575891"/>
          </a:xfrm>
          <a:prstGeom prst="rect">
            <a:avLst/>
          </a:prstGeom>
        </p:spPr>
      </p:pic>
      <p:sp>
        <p:nvSpPr>
          <p:cNvPr id="69" name="Shape 17">
            <a:extLst>
              <a:ext uri="{FF2B5EF4-FFF2-40B4-BE49-F238E27FC236}">
                <a16:creationId xmlns:a16="http://schemas.microsoft.com/office/drawing/2014/main" id="{3CE3B81D-4D90-95DF-73FB-A1AA561FA24C}"/>
              </a:ext>
            </a:extLst>
          </p:cNvPr>
          <p:cNvSpPr/>
          <p:nvPr/>
        </p:nvSpPr>
        <p:spPr>
          <a:xfrm>
            <a:off x="1430212" y="1225025"/>
            <a:ext cx="0" cy="621792"/>
          </a:xfrm>
          <a:prstGeom prst="line">
            <a:avLst/>
          </a:prstGeom>
          <a:noFill/>
          <a:ln w="15240">
            <a:solidFill>
              <a:srgbClr val="B7CCE4"/>
            </a:solidFill>
            <a:prstDash val="solid"/>
            <a:headEnd type="none"/>
            <a:tailEnd type="none"/>
          </a:ln>
        </p:spPr>
      </p:sp>
      <p:sp>
        <p:nvSpPr>
          <p:cNvPr id="71" name="Text 18">
            <a:extLst>
              <a:ext uri="{FF2B5EF4-FFF2-40B4-BE49-F238E27FC236}">
                <a16:creationId xmlns:a16="http://schemas.microsoft.com/office/drawing/2014/main" id="{0762D691-AC6C-FB14-243C-B7D00B9DFC03}"/>
              </a:ext>
            </a:extLst>
          </p:cNvPr>
          <p:cNvSpPr/>
          <p:nvPr/>
        </p:nvSpPr>
        <p:spPr>
          <a:xfrm>
            <a:off x="1621888" y="1252457"/>
            <a:ext cx="6627349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1375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Requirement Studio는 비정형 </a:t>
            </a:r>
            <a:r>
              <a:rPr lang="en-US" sz="1200" b="1" dirty="0" err="1">
                <a:solidFill>
                  <a:srgbClr val="1375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문서를</a:t>
            </a:r>
            <a:r>
              <a:rPr lang="en-US" sz="1200" b="1" dirty="0">
                <a:solidFill>
                  <a:srgbClr val="1375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200" b="1" dirty="0" err="1">
                <a:solidFill>
                  <a:srgbClr val="1375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분석하여</a:t>
            </a:r>
            <a:r>
              <a:rPr lang="en-US" sz="1200" b="1" dirty="0">
                <a:solidFill>
                  <a:srgbClr val="1375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200" b="1" dirty="0" err="1">
                <a:solidFill>
                  <a:srgbClr val="1375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</a:t>
            </a:r>
            <a:r>
              <a:rPr lang="en-US" sz="1200" b="1" dirty="0">
                <a:solidFill>
                  <a:srgbClr val="1375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200" b="1" dirty="0" err="1">
                <a:solidFill>
                  <a:srgbClr val="1375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기반의</a:t>
            </a:r>
            <a:r>
              <a:rPr lang="en-US" sz="1200" b="1" dirty="0">
                <a:solidFill>
                  <a:srgbClr val="1375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200" b="1" dirty="0" err="1">
                <a:solidFill>
                  <a:srgbClr val="1375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요구사항을</a:t>
            </a:r>
            <a:r>
              <a:rPr lang="en-US" sz="1200" b="1" dirty="0">
                <a:solidFill>
                  <a:srgbClr val="1375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200" b="1" dirty="0" err="1">
                <a:solidFill>
                  <a:srgbClr val="1375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</a:t>
            </a:r>
            <a:r>
              <a:rPr lang="en-US" sz="1200" b="1" dirty="0">
                <a:solidFill>
                  <a:srgbClr val="1375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200" b="1" dirty="0" err="1">
                <a:solidFill>
                  <a:srgbClr val="1375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도출하고</a:t>
            </a:r>
            <a:r>
              <a:rPr lang="en-US" sz="1200" b="1" dirty="0">
                <a:solidFill>
                  <a:srgbClr val="1375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</a:t>
            </a:r>
            <a:endParaRPr lang="en-US" sz="12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1375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품질 · 추적성을 확보한 SWE.1/SWE.6 </a:t>
            </a:r>
            <a:r>
              <a:rPr lang="en-US" sz="1200" b="1" dirty="0" err="1">
                <a:solidFill>
                  <a:srgbClr val="1375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산출물로</a:t>
            </a:r>
            <a:r>
              <a:rPr lang="en-US" sz="1200" b="1" dirty="0">
                <a:solidFill>
                  <a:srgbClr val="1375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200" b="1" dirty="0">
                <a:solidFill>
                  <a:srgbClr val="1375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작성</a:t>
            </a:r>
            <a:r>
              <a:rPr lang="en-US" sz="1200" b="1" dirty="0" err="1">
                <a:solidFill>
                  <a:srgbClr val="1375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하는</a:t>
            </a:r>
            <a:r>
              <a:rPr lang="en-US" sz="1200" b="1" dirty="0">
                <a:solidFill>
                  <a:srgbClr val="1375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AI </a:t>
            </a:r>
            <a:r>
              <a:rPr lang="en-US" sz="1200" b="1" dirty="0" err="1">
                <a:solidFill>
                  <a:srgbClr val="1375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기반</a:t>
            </a:r>
            <a:r>
              <a:rPr lang="en-US" sz="1200" b="1" dirty="0">
                <a:solidFill>
                  <a:srgbClr val="1375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200" b="1" dirty="0" err="1">
                <a:solidFill>
                  <a:srgbClr val="1375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요구사항</a:t>
            </a:r>
            <a:r>
              <a:rPr lang="en-US" sz="1200" b="1" dirty="0">
                <a:solidFill>
                  <a:srgbClr val="1375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200" b="1" dirty="0" err="1">
                <a:solidFill>
                  <a:srgbClr val="1375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자동화</a:t>
            </a:r>
            <a:r>
              <a:rPr lang="en-US" sz="1200" b="1" dirty="0">
                <a:solidFill>
                  <a:srgbClr val="1375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200" b="1" dirty="0" err="1">
                <a:solidFill>
                  <a:srgbClr val="1375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</a:t>
            </a:r>
            <a:endParaRPr lang="en-US" sz="1200" dirty="0"/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83D1E9FA-3D98-91A1-648C-D400AD4CB6E9}"/>
              </a:ext>
            </a:extLst>
          </p:cNvPr>
          <p:cNvSpPr/>
          <p:nvPr/>
        </p:nvSpPr>
        <p:spPr>
          <a:xfrm>
            <a:off x="412599" y="2568318"/>
            <a:ext cx="8318802" cy="1601528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73" name="그룹 72">
            <a:extLst>
              <a:ext uri="{FF2B5EF4-FFF2-40B4-BE49-F238E27FC236}">
                <a16:creationId xmlns:a16="http://schemas.microsoft.com/office/drawing/2014/main" id="{5510E0AC-EA7A-A86D-8E2B-A8FCF38D36AD}"/>
              </a:ext>
            </a:extLst>
          </p:cNvPr>
          <p:cNvGrpSpPr/>
          <p:nvPr/>
        </p:nvGrpSpPr>
        <p:grpSpPr>
          <a:xfrm>
            <a:off x="406284" y="2362696"/>
            <a:ext cx="1200783" cy="307776"/>
            <a:chOff x="529927" y="1594487"/>
            <a:chExt cx="1200783" cy="307776"/>
          </a:xfrm>
        </p:grpSpPr>
        <p:sp>
          <p:nvSpPr>
            <p:cNvPr id="74" name="직사각형 73">
              <a:extLst>
                <a:ext uri="{FF2B5EF4-FFF2-40B4-BE49-F238E27FC236}">
                  <a16:creationId xmlns:a16="http://schemas.microsoft.com/office/drawing/2014/main" id="{B3553E59-A90C-6E2C-ACD7-5153A7F62047}"/>
                </a:ext>
              </a:extLst>
            </p:cNvPr>
            <p:cNvSpPr/>
            <p:nvPr/>
          </p:nvSpPr>
          <p:spPr>
            <a:xfrm>
              <a:off x="529927" y="1594932"/>
              <a:ext cx="1080000" cy="307331"/>
            </a:xfrm>
            <a:prstGeom prst="rect">
              <a:avLst/>
            </a:prstGeom>
            <a:solidFill>
              <a:srgbClr val="244F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100" b="1" dirty="0">
                  <a:latin typeface="나눔스퀘어 네오 OTF Regular" panose="00000500000000000000" pitchFamily="50" charset="-127"/>
                  <a:ea typeface="나눔스퀘어 네오 OTF Regular" panose="00000500000000000000" pitchFamily="50" charset="-127"/>
                </a:rPr>
                <a:t>주요</a:t>
              </a:r>
              <a:r>
                <a:rPr lang="en-US" altLang="ko-KR" sz="1100" b="1" dirty="0">
                  <a:latin typeface="나눔스퀘어 네오 OTF Regular" panose="00000500000000000000" pitchFamily="50" charset="-127"/>
                  <a:ea typeface="나눔스퀘어 네오 OTF Regular" panose="00000500000000000000" pitchFamily="50" charset="-127"/>
                </a:rPr>
                <a:t> </a:t>
              </a:r>
              <a:r>
                <a:rPr lang="ko-KR" altLang="en-US" sz="1100" b="1" dirty="0">
                  <a:latin typeface="나눔스퀘어 네오 OTF Regular" panose="00000500000000000000" pitchFamily="50" charset="-127"/>
                  <a:ea typeface="나눔스퀘어 네오 OTF Regular" panose="00000500000000000000" pitchFamily="50" charset="-127"/>
                </a:rPr>
                <a:t>기능</a:t>
              </a:r>
            </a:p>
          </p:txBody>
        </p:sp>
        <p:sp>
          <p:nvSpPr>
            <p:cNvPr id="75" name="직각 삼각형 74">
              <a:extLst>
                <a:ext uri="{FF2B5EF4-FFF2-40B4-BE49-F238E27FC236}">
                  <a16:creationId xmlns:a16="http://schemas.microsoft.com/office/drawing/2014/main" id="{583C68D5-061A-7A3A-F566-0D7E4141756F}"/>
                </a:ext>
              </a:extLst>
            </p:cNvPr>
            <p:cNvSpPr/>
            <p:nvPr/>
          </p:nvSpPr>
          <p:spPr>
            <a:xfrm>
              <a:off x="1611076" y="1594487"/>
              <a:ext cx="119634" cy="218040"/>
            </a:xfrm>
            <a:prstGeom prst="rtTriangle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200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endParaRPr>
            </a:p>
          </p:txBody>
        </p: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5FE43046-9FBD-D0A1-A79A-1BC34D8DD1A9}"/>
              </a:ext>
            </a:extLst>
          </p:cNvPr>
          <p:cNvSpPr/>
          <p:nvPr/>
        </p:nvSpPr>
        <p:spPr>
          <a:xfrm>
            <a:off x="418914" y="4687690"/>
            <a:ext cx="8318802" cy="1601528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77" name="그룹 76">
            <a:extLst>
              <a:ext uri="{FF2B5EF4-FFF2-40B4-BE49-F238E27FC236}">
                <a16:creationId xmlns:a16="http://schemas.microsoft.com/office/drawing/2014/main" id="{A0661EFC-8887-B8AA-D0F8-462F702F804A}"/>
              </a:ext>
            </a:extLst>
          </p:cNvPr>
          <p:cNvGrpSpPr/>
          <p:nvPr/>
        </p:nvGrpSpPr>
        <p:grpSpPr>
          <a:xfrm>
            <a:off x="412599" y="4469649"/>
            <a:ext cx="1200783" cy="307776"/>
            <a:chOff x="529927" y="1594487"/>
            <a:chExt cx="1200783" cy="307776"/>
          </a:xfrm>
        </p:grpSpPr>
        <p:sp>
          <p:nvSpPr>
            <p:cNvPr id="78" name="직사각형 77">
              <a:extLst>
                <a:ext uri="{FF2B5EF4-FFF2-40B4-BE49-F238E27FC236}">
                  <a16:creationId xmlns:a16="http://schemas.microsoft.com/office/drawing/2014/main" id="{2E9364C8-A939-9A78-2622-D4EBFDFDF13A}"/>
                </a:ext>
              </a:extLst>
            </p:cNvPr>
            <p:cNvSpPr/>
            <p:nvPr/>
          </p:nvSpPr>
          <p:spPr>
            <a:xfrm>
              <a:off x="529927" y="1594932"/>
              <a:ext cx="1080000" cy="307331"/>
            </a:xfrm>
            <a:prstGeom prst="rect">
              <a:avLst/>
            </a:prstGeom>
            <a:solidFill>
              <a:srgbClr val="244F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100" b="1" dirty="0">
                  <a:latin typeface="나눔스퀘어 네오 OTF Regular" panose="00000500000000000000" pitchFamily="50" charset="-127"/>
                  <a:ea typeface="나눔스퀘어 네오 OTF Regular" panose="00000500000000000000" pitchFamily="50" charset="-127"/>
                </a:rPr>
                <a:t>구조 요약</a:t>
              </a:r>
            </a:p>
          </p:txBody>
        </p:sp>
        <p:sp>
          <p:nvSpPr>
            <p:cNvPr id="79" name="직각 삼각형 78">
              <a:extLst>
                <a:ext uri="{FF2B5EF4-FFF2-40B4-BE49-F238E27FC236}">
                  <a16:creationId xmlns:a16="http://schemas.microsoft.com/office/drawing/2014/main" id="{296D9F5C-98A9-CFEB-E0D3-C81D3CA8383A}"/>
                </a:ext>
              </a:extLst>
            </p:cNvPr>
            <p:cNvSpPr/>
            <p:nvPr/>
          </p:nvSpPr>
          <p:spPr>
            <a:xfrm>
              <a:off x="1611076" y="1594487"/>
              <a:ext cx="119634" cy="218040"/>
            </a:xfrm>
            <a:prstGeom prst="rtTriangle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200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endParaRPr>
            </a:p>
          </p:txBody>
        </p:sp>
      </p:grpSp>
      <p:pic>
        <p:nvPicPr>
          <p:cNvPr id="81" name="그림 80">
            <a:extLst>
              <a:ext uri="{FF2B5EF4-FFF2-40B4-BE49-F238E27FC236}">
                <a16:creationId xmlns:a16="http://schemas.microsoft.com/office/drawing/2014/main" id="{EA57833C-8287-CD18-27BA-FD756B5AD5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200" y="2761717"/>
            <a:ext cx="7923600" cy="1316401"/>
          </a:xfrm>
          <a:prstGeom prst="rect">
            <a:avLst/>
          </a:prstGeom>
        </p:spPr>
      </p:pic>
      <p:sp>
        <p:nvSpPr>
          <p:cNvPr id="88" name="사각형: 둥근 모서리 87">
            <a:extLst>
              <a:ext uri="{FF2B5EF4-FFF2-40B4-BE49-F238E27FC236}">
                <a16:creationId xmlns:a16="http://schemas.microsoft.com/office/drawing/2014/main" id="{CD752B2B-453E-7C57-A4B5-67DA890CA060}"/>
              </a:ext>
            </a:extLst>
          </p:cNvPr>
          <p:cNvSpPr/>
          <p:nvPr/>
        </p:nvSpPr>
        <p:spPr>
          <a:xfrm>
            <a:off x="6352674" y="179993"/>
            <a:ext cx="1287378" cy="294483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/>
              <a:t>TBD</a:t>
            </a:r>
            <a:endParaRPr lang="ko-KR" altLang="en-US" sz="16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BEE0AEF-107E-C5A7-A7EB-12626E35FA5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93" b="27898"/>
          <a:stretch>
            <a:fillRect/>
          </a:stretch>
        </p:blipFill>
        <p:spPr>
          <a:xfrm>
            <a:off x="578934" y="4956360"/>
            <a:ext cx="7998763" cy="1151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59593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7AB793-3382-8E91-D652-B5186041F8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166E25-B3BC-670C-020E-EC059F4075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b="1" dirty="0">
                <a:latin typeface="+mj-ea"/>
              </a:rPr>
              <a:t>주요 </a:t>
            </a:r>
            <a:r>
              <a:rPr kumimoji="1" lang="en-US" altLang="ko-KR" b="1" dirty="0">
                <a:latin typeface="+mj-ea"/>
              </a:rPr>
              <a:t>GUI</a:t>
            </a:r>
            <a:endParaRPr kumimoji="1" lang="x-none" altLang="en-US" b="1" dirty="0">
              <a:latin typeface="+mj-ea"/>
            </a:endParaRPr>
          </a:p>
        </p:txBody>
      </p:sp>
      <p:sp>
        <p:nvSpPr>
          <p:cNvPr id="22" name="슬라이드 번호 개체 틀 2">
            <a:extLst>
              <a:ext uri="{FF2B5EF4-FFF2-40B4-BE49-F238E27FC236}">
                <a16:creationId xmlns:a16="http://schemas.microsoft.com/office/drawing/2014/main" id="{779BE798-45BD-4505-5405-7D70EB64CD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03231" y="6492875"/>
            <a:ext cx="407670" cy="365125"/>
          </a:xfrm>
        </p:spPr>
        <p:txBody>
          <a:bodyPr/>
          <a:lstStyle/>
          <a:p>
            <a:fld id="{369BBEF4-35F7-054D-BCC4-3F145CEF9DF2}" type="slidenum">
              <a:rPr kumimoji="1" lang="x-none" altLang="en-US" smtClean="0"/>
              <a:t>5</a:t>
            </a:fld>
            <a:endParaRPr kumimoji="1" lang="x-none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6F5611C-5043-4A81-3142-2B798E38472D}"/>
              </a:ext>
            </a:extLst>
          </p:cNvPr>
          <p:cNvSpPr txBox="1">
            <a:spLocks noChangeAspect="1"/>
          </p:cNvSpPr>
          <p:nvPr/>
        </p:nvSpPr>
        <p:spPr>
          <a:xfrm>
            <a:off x="2000807" y="6246632"/>
            <a:ext cx="5166000" cy="3011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 algn="ctr" defTabSz="914400" latinLnBrk="1">
              <a:lnSpc>
                <a:spcPct val="120000"/>
              </a:lnSpc>
              <a:spcBef>
                <a:spcPts val="600"/>
              </a:spcBef>
              <a:spcAft>
                <a:spcPts val="400"/>
              </a:spcAft>
              <a:defRPr/>
            </a:pPr>
            <a:r>
              <a:rPr lang="en-US" altLang="ko-KR" sz="1200" dirty="0">
                <a:latin typeface="나눔스퀘어 네오 OTF Regular" panose="020B0600000101010101" charset="-127"/>
                <a:ea typeface="나눔스퀘어 네오 OTF Regular" panose="020B0600000101010101" charset="-127"/>
              </a:rPr>
              <a:t>&lt; Requirement Studio &gt;</a:t>
            </a:r>
            <a:endParaRPr lang="en-US" altLang="ko-KR" sz="1200" dirty="0"/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17481E78-42C7-902F-5A5C-560C1F877843}"/>
              </a:ext>
            </a:extLst>
          </p:cNvPr>
          <p:cNvSpPr/>
          <p:nvPr/>
        </p:nvSpPr>
        <p:spPr>
          <a:xfrm>
            <a:off x="6352674" y="179993"/>
            <a:ext cx="1287378" cy="294483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/>
              <a:t>TBD</a:t>
            </a:r>
            <a:endParaRPr lang="ko-KR" altLang="en-US" sz="16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8CCBCB5-1793-7D77-EE57-311453A57EB4}"/>
              </a:ext>
            </a:extLst>
          </p:cNvPr>
          <p:cNvSpPr txBox="1">
            <a:spLocks noChangeAspect="1"/>
          </p:cNvSpPr>
          <p:nvPr/>
        </p:nvSpPr>
        <p:spPr>
          <a:xfrm>
            <a:off x="438663" y="708428"/>
            <a:ext cx="5152373" cy="338554"/>
          </a:xfrm>
          <a:prstGeom prst="rect">
            <a:avLst/>
          </a:prstGeom>
          <a:noFill/>
          <a:ln>
            <a:noFill/>
          </a:ln>
        </p:spPr>
        <p:txBody>
          <a:bodyPr wrap="none" rtlCol="0" anchor="ctr">
            <a:spAutoFit/>
          </a:bodyPr>
          <a:lstStyle/>
          <a:p>
            <a:r>
              <a:rPr lang="en-US" altLang="ko-KR" sz="1600" dirty="0">
                <a:solidFill>
                  <a:schemeClr val="tx2"/>
                </a:solidFill>
                <a:latin typeface="나눔스퀘어 네오 OTF ExtraBold" panose="00000900000000000000" pitchFamily="50" charset="-127"/>
                <a:ea typeface="나눔스퀘어 네오 OTF ExtraBold" panose="00000900000000000000" pitchFamily="50" charset="-127"/>
              </a:rPr>
              <a:t>Requirement Studio </a:t>
            </a:r>
            <a:r>
              <a:rPr lang="ko-KR" altLang="en-US" sz="1600" dirty="0">
                <a:solidFill>
                  <a:schemeClr val="tx2"/>
                </a:solidFill>
                <a:latin typeface="나눔스퀘어 네오 OTF ExtraBold" panose="00000900000000000000" pitchFamily="50" charset="-127"/>
                <a:ea typeface="나눔스퀘어 네오 OTF ExtraBold" panose="00000900000000000000" pitchFamily="50" charset="-127"/>
              </a:rPr>
              <a:t>실행 시 </a:t>
            </a:r>
            <a:r>
              <a:rPr lang="en-US" altLang="ko-KR" sz="1600" dirty="0">
                <a:solidFill>
                  <a:schemeClr val="tx2"/>
                </a:solidFill>
                <a:latin typeface="나눔스퀘어 네오 OTF ExtraBold" panose="00000900000000000000" pitchFamily="50" charset="-127"/>
                <a:ea typeface="나눔스퀘어 네오 OTF ExtraBold" panose="00000900000000000000" pitchFamily="50" charset="-127"/>
              </a:rPr>
              <a:t>GUI </a:t>
            </a:r>
            <a:r>
              <a:rPr lang="en-US" altLang="ko-KR" sz="1200" dirty="0">
                <a:solidFill>
                  <a:schemeClr val="tx2"/>
                </a:solidFill>
                <a:latin typeface="나눔스퀘어 네오 OTF ExtraBold" panose="00000900000000000000" pitchFamily="50" charset="-127"/>
                <a:ea typeface="나눔스퀘어 네오 OTF ExtraBold" panose="00000900000000000000" pitchFamily="50" charset="-127"/>
              </a:rPr>
              <a:t>(</a:t>
            </a:r>
            <a:r>
              <a:rPr lang="ko-KR" altLang="en-US" sz="1200" dirty="0">
                <a:solidFill>
                  <a:schemeClr val="tx2"/>
                </a:solidFill>
                <a:latin typeface="나눔스퀘어 네오 OTF ExtraBold" panose="00000900000000000000" pitchFamily="50" charset="-127"/>
                <a:ea typeface="나눔스퀘어 네오 OTF ExtraBold" panose="00000900000000000000" pitchFamily="50" charset="-127"/>
              </a:rPr>
              <a:t>변경 예정</a:t>
            </a:r>
            <a:r>
              <a:rPr lang="en-US" altLang="ko-KR" sz="1200" dirty="0">
                <a:solidFill>
                  <a:schemeClr val="tx2"/>
                </a:solidFill>
                <a:latin typeface="나눔스퀘어 네오 OTF ExtraBold" panose="00000900000000000000" pitchFamily="50" charset="-127"/>
                <a:ea typeface="나눔스퀘어 네오 OTF ExtraBold" panose="00000900000000000000" pitchFamily="50" charset="-127"/>
              </a:rPr>
              <a:t>, V0.26 </a:t>
            </a:r>
            <a:r>
              <a:rPr lang="ko-KR" altLang="en-US" sz="1200" dirty="0">
                <a:solidFill>
                  <a:schemeClr val="tx2"/>
                </a:solidFill>
                <a:latin typeface="나눔스퀘어 네오 OTF ExtraBold" panose="00000900000000000000" pitchFamily="50" charset="-127"/>
                <a:ea typeface="나눔스퀘어 네오 OTF ExtraBold" panose="00000900000000000000" pitchFamily="50" charset="-127"/>
              </a:rPr>
              <a:t>기준</a:t>
            </a:r>
            <a:r>
              <a:rPr lang="en-US" altLang="ko-KR" sz="1200" dirty="0">
                <a:solidFill>
                  <a:schemeClr val="tx2"/>
                </a:solidFill>
                <a:latin typeface="나눔스퀘어 네오 OTF ExtraBold" panose="00000900000000000000" pitchFamily="50" charset="-127"/>
                <a:ea typeface="나눔스퀘어 네오 OTF ExtraBold" panose="00000900000000000000" pitchFamily="50" charset="-127"/>
              </a:rPr>
              <a:t>)</a:t>
            </a:r>
            <a:endParaRPr lang="ko-KR" altLang="en-US" sz="1200" dirty="0">
              <a:solidFill>
                <a:schemeClr val="tx2"/>
              </a:solidFill>
              <a:latin typeface="나눔스퀘어 네오 OTF ExtraBold" panose="00000900000000000000" pitchFamily="50" charset="-127"/>
              <a:ea typeface="나눔스퀘어 네오 OTF ExtraBold" panose="00000900000000000000" pitchFamily="50" charset="-127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E4517B98-EE15-19A0-B5E5-6141855884D9}"/>
              </a:ext>
            </a:extLst>
          </p:cNvPr>
          <p:cNvSpPr/>
          <p:nvPr/>
        </p:nvSpPr>
        <p:spPr>
          <a:xfrm>
            <a:off x="396692" y="778705"/>
            <a:ext cx="45719" cy="19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  <a:latin typeface="나눔스퀘어 네오 OTF Regular" panose="00000500000000000000" pitchFamily="50" charset="-127"/>
              <a:ea typeface="나눔스퀘어 네오 OTF Regular" panose="00000500000000000000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C8FF904-61F5-9346-D3CF-5A1938F249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556" y="1130751"/>
            <a:ext cx="7078973" cy="5136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62731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FA451E-1D41-9E32-F340-8F36686FA7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C364F6-9880-B331-C92D-1B9EAA8E4C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b="1" dirty="0">
                <a:latin typeface="+mj-ea"/>
              </a:rPr>
              <a:t>주요 </a:t>
            </a:r>
            <a:r>
              <a:rPr kumimoji="1" lang="en-US" altLang="ko-KR" b="1" dirty="0">
                <a:latin typeface="+mj-ea"/>
              </a:rPr>
              <a:t>GUI : Requirement Studio </a:t>
            </a:r>
            <a:r>
              <a:rPr kumimoji="1" lang="ko-KR" altLang="en-US" b="1" dirty="0">
                <a:latin typeface="+mj-ea"/>
              </a:rPr>
              <a:t>사용 예</a:t>
            </a:r>
            <a:r>
              <a:rPr kumimoji="1" lang="en-US" altLang="ko-KR" b="1" dirty="0">
                <a:latin typeface="+mj-ea"/>
              </a:rPr>
              <a:t> </a:t>
            </a:r>
            <a:endParaRPr kumimoji="1" lang="x-none" altLang="en-US" b="1" dirty="0">
              <a:latin typeface="+mj-ea"/>
            </a:endParaRPr>
          </a:p>
        </p:txBody>
      </p:sp>
      <p:sp>
        <p:nvSpPr>
          <p:cNvPr id="22" name="슬라이드 번호 개체 틀 2">
            <a:extLst>
              <a:ext uri="{FF2B5EF4-FFF2-40B4-BE49-F238E27FC236}">
                <a16:creationId xmlns:a16="http://schemas.microsoft.com/office/drawing/2014/main" id="{D21D14AF-B963-F8E4-2D53-4C0E5E385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03231" y="6492875"/>
            <a:ext cx="407670" cy="365125"/>
          </a:xfrm>
        </p:spPr>
        <p:txBody>
          <a:bodyPr/>
          <a:lstStyle/>
          <a:p>
            <a:fld id="{369BBEF4-35F7-054D-BCC4-3F145CEF9DF2}" type="slidenum">
              <a:rPr kumimoji="1" lang="x-none" altLang="en-US" smtClean="0"/>
              <a:t>6</a:t>
            </a:fld>
            <a:endParaRPr kumimoji="1" lang="x-none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5ABA99-1C93-7184-49FD-08A5C1331AF5}"/>
              </a:ext>
            </a:extLst>
          </p:cNvPr>
          <p:cNvSpPr txBox="1">
            <a:spLocks noChangeAspect="1"/>
          </p:cNvSpPr>
          <p:nvPr/>
        </p:nvSpPr>
        <p:spPr>
          <a:xfrm>
            <a:off x="581280" y="4397925"/>
            <a:ext cx="3945358" cy="3011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 algn="ctr" defTabSz="914400" latinLnBrk="1">
              <a:lnSpc>
                <a:spcPct val="120000"/>
              </a:lnSpc>
              <a:spcBef>
                <a:spcPts val="600"/>
              </a:spcBef>
              <a:spcAft>
                <a:spcPts val="400"/>
              </a:spcAft>
              <a:defRPr/>
            </a:pPr>
            <a:r>
              <a:rPr lang="en-US" altLang="ko-KR" sz="1200" dirty="0">
                <a:latin typeface="나눔스퀘어 네오 OTF Regular" panose="020B0600000101010101" charset="-127"/>
                <a:ea typeface="나눔스퀘어 네오 OTF Regular" panose="020B0600000101010101" charset="-127"/>
              </a:rPr>
              <a:t>&lt; </a:t>
            </a:r>
            <a:r>
              <a:rPr lang="ko-KR" altLang="en-US" sz="1200" dirty="0">
                <a:latin typeface="나눔스퀘어 네오 OTF Regular" panose="020B0600000101010101" charset="-127"/>
                <a:ea typeface="나눔스퀘어 네오 OTF Regular" panose="020B0600000101010101" charset="-127"/>
              </a:rPr>
              <a:t>파일 입력 시</a:t>
            </a:r>
            <a:r>
              <a:rPr lang="en-US" altLang="ko-KR" sz="1200" dirty="0">
                <a:latin typeface="나눔스퀘어 네오 OTF Regular" panose="020B0600000101010101" charset="-127"/>
                <a:ea typeface="나눔스퀘어 네오 OTF Regular" panose="020B0600000101010101" charset="-127"/>
              </a:rPr>
              <a:t>, </a:t>
            </a:r>
            <a:r>
              <a:rPr lang="ko-KR" altLang="en-US" sz="1200" dirty="0">
                <a:latin typeface="나눔스퀘어 네오 OTF Regular" panose="020B0600000101010101" charset="-127"/>
                <a:ea typeface="나눔스퀘어 네오 OTF Regular" panose="020B0600000101010101" charset="-127"/>
              </a:rPr>
              <a:t>분석 및 결과 도출 </a:t>
            </a:r>
            <a:r>
              <a:rPr lang="en-US" altLang="ko-KR" sz="1200" dirty="0">
                <a:latin typeface="나눔스퀘어 네오 OTF Regular" panose="020B0600000101010101" charset="-127"/>
                <a:ea typeface="나눔스퀘어 네오 OTF Regular" panose="020B0600000101010101" charset="-127"/>
              </a:rPr>
              <a:t>&gt;</a:t>
            </a:r>
            <a:endParaRPr lang="en-US" altLang="ko-KR" sz="1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5C64A89-F5C8-38C6-2AB5-874F762787CC}"/>
              </a:ext>
            </a:extLst>
          </p:cNvPr>
          <p:cNvSpPr txBox="1">
            <a:spLocks noChangeAspect="1"/>
          </p:cNvSpPr>
          <p:nvPr/>
        </p:nvSpPr>
        <p:spPr>
          <a:xfrm>
            <a:off x="5192288" y="4397925"/>
            <a:ext cx="3599999" cy="3011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 algn="ctr" defTabSz="914400" latinLnBrk="1">
              <a:lnSpc>
                <a:spcPct val="120000"/>
              </a:lnSpc>
              <a:spcBef>
                <a:spcPts val="600"/>
              </a:spcBef>
              <a:spcAft>
                <a:spcPts val="400"/>
              </a:spcAft>
              <a:defRPr/>
            </a:pPr>
            <a:r>
              <a:rPr lang="en-US" altLang="ko-KR" sz="1200" dirty="0">
                <a:latin typeface="나눔스퀘어 네오 OTF Regular" panose="020B0600000101010101" charset="-127"/>
                <a:ea typeface="나눔스퀘어 네오 OTF Regular" panose="020B0600000101010101" charset="-127"/>
              </a:rPr>
              <a:t>&lt; Requirement Studio </a:t>
            </a:r>
            <a:r>
              <a:rPr lang="ko-KR" altLang="en-US" sz="1200" dirty="0">
                <a:latin typeface="나눔스퀘어 네오 OTF Regular" panose="020B0600000101010101" charset="-127"/>
                <a:ea typeface="나눔스퀘어 네오 OTF Regular" panose="020B0600000101010101" charset="-127"/>
              </a:rPr>
              <a:t>분석 결과 예</a:t>
            </a:r>
            <a:r>
              <a:rPr lang="en-US" altLang="ko-KR" sz="1200" dirty="0">
                <a:latin typeface="나눔스퀘어 네오 OTF Regular" panose="020B0600000101010101" charset="-127"/>
                <a:ea typeface="나눔스퀘어 네오 OTF Regular" panose="020B0600000101010101" charset="-127"/>
              </a:rPr>
              <a:t> &gt;</a:t>
            </a:r>
            <a:endParaRPr lang="en-US" altLang="ko-KR" sz="1200" dirty="0"/>
          </a:p>
        </p:txBody>
      </p:sp>
      <p:sp>
        <p:nvSpPr>
          <p:cNvPr id="13" name="사각형: 둥근 모서리 132">
            <a:extLst>
              <a:ext uri="{FF2B5EF4-FFF2-40B4-BE49-F238E27FC236}">
                <a16:creationId xmlns:a16="http://schemas.microsoft.com/office/drawing/2014/main" id="{059B1242-7ABA-2BE7-DD8D-638BE68F04C3}"/>
              </a:ext>
            </a:extLst>
          </p:cNvPr>
          <p:cNvSpPr/>
          <p:nvPr/>
        </p:nvSpPr>
        <p:spPr>
          <a:xfrm flipH="1">
            <a:off x="463405" y="5046371"/>
            <a:ext cx="2585463" cy="255423"/>
          </a:xfrm>
          <a:prstGeom prst="roundRect">
            <a:avLst>
              <a:gd name="adj" fmla="val 46745"/>
            </a:avLst>
          </a:prstGeom>
          <a:solidFill>
            <a:srgbClr val="244FAE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737182"/>
            <a:r>
              <a:rPr lang="ko-KR" altLang="en-US" sz="1037" dirty="0">
                <a:solidFill>
                  <a:schemeClr val="bg1"/>
                </a:solidFill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작동 개발 방안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DE4DA4A-7F56-2EA1-7DC3-F42A791164F8}"/>
              </a:ext>
            </a:extLst>
          </p:cNvPr>
          <p:cNvSpPr txBox="1"/>
          <p:nvPr/>
        </p:nvSpPr>
        <p:spPr>
          <a:xfrm>
            <a:off x="437403" y="5416843"/>
            <a:ext cx="8265828" cy="6902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20000"/>
              </a:lnSpc>
              <a:spcAft>
                <a:spcPts val="600"/>
              </a:spcAft>
              <a:defRPr sz="800" b="1">
                <a:latin typeface="나눔스퀘어 네오 OTF Bold" panose="00000800000000000000" pitchFamily="50" charset="-127"/>
                <a:ea typeface="나눔스퀘어 네오 OTF Bold" panose="00000800000000000000" pitchFamily="50" charset="-127"/>
              </a:defRPr>
            </a:lvl1pPr>
          </a:lstStyle>
          <a:p>
            <a:pPr marL="138222" indent="-138222">
              <a:lnSpc>
                <a:spcPct val="125000"/>
              </a:lnSpc>
              <a:buFontTx/>
              <a:buChar char="-"/>
            </a:pPr>
            <a:r>
              <a:rPr lang="ko-KR" altLang="en-US" sz="1400" b="0" dirty="0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별도의 학습 없이</a:t>
            </a:r>
            <a:r>
              <a:rPr lang="en-US" altLang="ko-KR" sz="1400" b="0" dirty="0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, LLM</a:t>
            </a:r>
            <a:r>
              <a:rPr lang="ko-KR" altLang="en-US" sz="1400" b="0" dirty="0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의 입출력을 사용하여 로컬에서 파일생성</a:t>
            </a:r>
            <a:r>
              <a:rPr lang="en-US" altLang="ko-KR" sz="1400" b="0" dirty="0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 &amp; </a:t>
            </a:r>
            <a:r>
              <a:rPr lang="ko-KR" altLang="en-US" sz="1400" b="0" dirty="0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진행 예정</a:t>
            </a:r>
            <a:endParaRPr lang="en-US" altLang="ko-KR" sz="1400" b="0" dirty="0">
              <a:latin typeface="나눔스퀘어 네오 OTF Regular" panose="00000500000000000000" pitchFamily="50" charset="-127"/>
              <a:ea typeface="나눔스퀘어 네오 OTF Regular" panose="00000500000000000000" pitchFamily="50" charset="-127"/>
            </a:endParaRPr>
          </a:p>
          <a:p>
            <a:pPr marL="138222" indent="-138222">
              <a:lnSpc>
                <a:spcPct val="125000"/>
              </a:lnSpc>
              <a:buFontTx/>
              <a:buChar char="-"/>
            </a:pPr>
            <a:r>
              <a:rPr lang="ko-KR" altLang="en-US" sz="1400" b="0" dirty="0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출력파일</a:t>
            </a:r>
            <a:r>
              <a:rPr lang="en-US" altLang="ko-KR" sz="1400" b="0" dirty="0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(SWE.1 </a:t>
            </a:r>
            <a:r>
              <a:rPr lang="ko-KR" altLang="en-US" sz="1400" b="0" dirty="0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및 </a:t>
            </a:r>
            <a:r>
              <a:rPr lang="en-US" altLang="ko-KR" sz="1400" b="0" dirty="0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SWE.6)</a:t>
            </a:r>
            <a:r>
              <a:rPr lang="ko-KR" altLang="en-US" sz="1400" b="0" dirty="0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에 대한 양식을 </a:t>
            </a:r>
            <a:r>
              <a:rPr lang="en-US" altLang="ko-KR" sz="1400" b="0" dirty="0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ASPICE </a:t>
            </a:r>
            <a:r>
              <a:rPr lang="ko-KR" altLang="en-US" sz="1400" b="0" dirty="0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기준으로 작성 후</a:t>
            </a:r>
            <a:r>
              <a:rPr lang="en-US" altLang="ko-KR" sz="1400" b="0" dirty="0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, </a:t>
            </a:r>
            <a:r>
              <a:rPr lang="ko-KR" altLang="en-US" sz="1400" b="0" dirty="0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해당 파일을 기준으로 제시 예정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121B49C0-DC3A-5A75-E3CC-5189F1BF910D}"/>
              </a:ext>
            </a:extLst>
          </p:cNvPr>
          <p:cNvSpPr/>
          <p:nvPr/>
        </p:nvSpPr>
        <p:spPr>
          <a:xfrm>
            <a:off x="6352674" y="179993"/>
            <a:ext cx="1287378" cy="294483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/>
              <a:t>TBD</a:t>
            </a:r>
            <a:endParaRPr lang="ko-KR" altLang="en-US" sz="16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E98855D-4CB1-791D-F65D-214750C177B8}"/>
              </a:ext>
            </a:extLst>
          </p:cNvPr>
          <p:cNvSpPr txBox="1">
            <a:spLocks noChangeAspect="1"/>
          </p:cNvSpPr>
          <p:nvPr/>
        </p:nvSpPr>
        <p:spPr>
          <a:xfrm>
            <a:off x="438663" y="708428"/>
            <a:ext cx="4586512" cy="338554"/>
          </a:xfrm>
          <a:prstGeom prst="rect">
            <a:avLst/>
          </a:prstGeom>
          <a:noFill/>
          <a:ln>
            <a:noFill/>
          </a:ln>
        </p:spPr>
        <p:txBody>
          <a:bodyPr wrap="none" rtlCol="0" anchor="ctr">
            <a:spAutoFit/>
          </a:bodyPr>
          <a:lstStyle/>
          <a:p>
            <a:r>
              <a:rPr lang="en-US" altLang="ko-KR" sz="1600" dirty="0">
                <a:solidFill>
                  <a:schemeClr val="tx2"/>
                </a:solidFill>
                <a:latin typeface="나눔스퀘어 네오 OTF ExtraBold" panose="00000900000000000000" pitchFamily="50" charset="-127"/>
                <a:ea typeface="나눔스퀘어 네오 OTF ExtraBold" panose="00000900000000000000" pitchFamily="50" charset="-127"/>
              </a:rPr>
              <a:t>Requirement Studio </a:t>
            </a:r>
            <a:r>
              <a:rPr lang="ko-KR" altLang="en-US" sz="1600" dirty="0">
                <a:solidFill>
                  <a:schemeClr val="tx2"/>
                </a:solidFill>
                <a:latin typeface="나눔스퀘어 네오 OTF ExtraBold" panose="00000900000000000000" pitchFamily="50" charset="-127"/>
                <a:ea typeface="나눔스퀘어 네오 OTF ExtraBold" panose="00000900000000000000" pitchFamily="50" charset="-127"/>
              </a:rPr>
              <a:t>에 문서 파일 입력 후 결과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B70212B7-8DAE-16A3-F6C3-D8C242E2383C}"/>
              </a:ext>
            </a:extLst>
          </p:cNvPr>
          <p:cNvSpPr/>
          <p:nvPr/>
        </p:nvSpPr>
        <p:spPr>
          <a:xfrm>
            <a:off x="396692" y="778705"/>
            <a:ext cx="45719" cy="19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  <a:latin typeface="나눔스퀘어 네오 OTF Regular" panose="00000500000000000000" pitchFamily="50" charset="-127"/>
              <a:ea typeface="나눔스퀘어 네오 OTF Regular" panose="00000500000000000000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8B1A8FA-CF40-87B0-8BB8-EC0AB0E694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822" y="1279559"/>
            <a:ext cx="4172275" cy="3048088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96994D9B-7A5D-FE96-118B-87C13DF4F95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154"/>
          <a:stretch>
            <a:fillRect/>
          </a:stretch>
        </p:blipFill>
        <p:spPr>
          <a:xfrm>
            <a:off x="5146765" y="1279560"/>
            <a:ext cx="3552926" cy="3048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08831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0CE966-AA51-4E27-1146-AAAC2F0892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7A56D5-6083-CADB-8553-B41EDB7D0E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b="1" dirty="0">
                <a:latin typeface="+mj-ea"/>
              </a:rPr>
              <a:t>향후 일정</a:t>
            </a:r>
            <a:endParaRPr kumimoji="1" lang="x-none" altLang="en-US" b="1" dirty="0">
              <a:latin typeface="+mj-ea"/>
            </a:endParaRPr>
          </a:p>
        </p:txBody>
      </p:sp>
      <p:sp>
        <p:nvSpPr>
          <p:cNvPr id="22" name="슬라이드 번호 개체 틀 2">
            <a:extLst>
              <a:ext uri="{FF2B5EF4-FFF2-40B4-BE49-F238E27FC236}">
                <a16:creationId xmlns:a16="http://schemas.microsoft.com/office/drawing/2014/main" id="{116F6F81-9713-ED78-0254-10655419CD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03231" y="6492875"/>
            <a:ext cx="407670" cy="365125"/>
          </a:xfrm>
        </p:spPr>
        <p:txBody>
          <a:bodyPr/>
          <a:lstStyle/>
          <a:p>
            <a:fld id="{369BBEF4-35F7-054D-BCC4-3F145CEF9DF2}" type="slidenum">
              <a:rPr kumimoji="1" lang="x-none" altLang="en-US" smtClean="0"/>
              <a:t>7</a:t>
            </a:fld>
            <a:endParaRPr kumimoji="1" lang="x-none" altLang="en-US" dirty="0"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17F63D46-C83F-3D63-E6CE-92A108C188AE}"/>
              </a:ext>
            </a:extLst>
          </p:cNvPr>
          <p:cNvSpPr/>
          <p:nvPr/>
        </p:nvSpPr>
        <p:spPr>
          <a:xfrm>
            <a:off x="6352674" y="179993"/>
            <a:ext cx="1287378" cy="294483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/>
              <a:t>TBD</a:t>
            </a:r>
            <a:endParaRPr lang="ko-KR" altLang="en-US" sz="16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423E860-51CD-4CA7-1676-5A0B5FC617C6}"/>
              </a:ext>
            </a:extLst>
          </p:cNvPr>
          <p:cNvSpPr txBox="1"/>
          <p:nvPr/>
        </p:nvSpPr>
        <p:spPr>
          <a:xfrm>
            <a:off x="385011" y="1061173"/>
            <a:ext cx="8154168" cy="1382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20000"/>
              </a:lnSpc>
              <a:spcAft>
                <a:spcPts val="600"/>
              </a:spcAft>
              <a:defRPr sz="800" b="1">
                <a:latin typeface="나눔스퀘어 네오 OTF Bold" panose="00000800000000000000" pitchFamily="50" charset="-127"/>
                <a:ea typeface="나눔스퀘어 네오 OTF Bold" panose="00000800000000000000" pitchFamily="50" charset="-127"/>
              </a:defRPr>
            </a:lvl1pPr>
          </a:lstStyle>
          <a:p>
            <a:pPr>
              <a:lnSpc>
                <a:spcPct val="125000"/>
              </a:lnSpc>
            </a:pPr>
            <a:r>
              <a:rPr lang="ko-KR" altLang="en-US" sz="1400" b="0" dirty="0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① </a:t>
            </a:r>
            <a:r>
              <a:rPr lang="en-US" altLang="ko-KR" sz="1400" b="0" dirty="0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GUI </a:t>
            </a:r>
            <a:r>
              <a:rPr lang="ko-KR" altLang="en-US" sz="1400" b="0" dirty="0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개발 </a:t>
            </a:r>
            <a:r>
              <a:rPr lang="en-US" altLang="ko-KR" sz="1400" b="0" dirty="0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:</a:t>
            </a:r>
            <a:r>
              <a:rPr lang="ko-KR" altLang="en-US" sz="1400" b="0" dirty="0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 </a:t>
            </a:r>
            <a:r>
              <a:rPr lang="en-US" altLang="ko-KR" sz="1400" b="0" dirty="0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~ 26.10.30</a:t>
            </a:r>
            <a:r>
              <a:rPr lang="ko-KR" altLang="en-US" sz="1400" b="0" dirty="0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 </a:t>
            </a:r>
            <a:r>
              <a:rPr lang="en-US" altLang="ko-KR" sz="1400" b="0" dirty="0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(TBD)</a:t>
            </a:r>
          </a:p>
          <a:p>
            <a:pPr>
              <a:lnSpc>
                <a:spcPct val="125000"/>
              </a:lnSpc>
            </a:pPr>
            <a:r>
              <a:rPr lang="en-US" altLang="ko-KR" sz="1400" b="0" dirty="0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② </a:t>
            </a:r>
            <a:r>
              <a:rPr lang="ko-KR" altLang="en-US" sz="1400" b="0" dirty="0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분석 기능 고도화 </a:t>
            </a:r>
            <a:r>
              <a:rPr lang="en-US" altLang="ko-KR" sz="1400" b="0" dirty="0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:</a:t>
            </a:r>
            <a:r>
              <a:rPr lang="ko-KR" altLang="en-US" sz="1400" b="0" dirty="0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 </a:t>
            </a:r>
            <a:r>
              <a:rPr lang="en-US" altLang="ko-KR" sz="1400" b="0" dirty="0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~ 26.11.20</a:t>
            </a:r>
            <a:r>
              <a:rPr lang="ko-KR" altLang="en-US" sz="1400" b="0" dirty="0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 </a:t>
            </a:r>
            <a:r>
              <a:rPr lang="en-US" altLang="ko-KR" sz="1400" b="0" dirty="0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(TBD)</a:t>
            </a:r>
            <a:endParaRPr lang="ko-KR" altLang="en-US" sz="1400" b="0" dirty="0">
              <a:latin typeface="나눔스퀘어 네오 OTF Regular" panose="00000500000000000000" pitchFamily="50" charset="-127"/>
              <a:ea typeface="나눔스퀘어 네오 OTF Regular" panose="00000500000000000000" pitchFamily="50" charset="-127"/>
            </a:endParaRPr>
          </a:p>
          <a:p>
            <a:pPr>
              <a:lnSpc>
                <a:spcPct val="125000"/>
              </a:lnSpc>
            </a:pPr>
            <a:r>
              <a:rPr lang="ko-KR" altLang="en-US" sz="1400" b="0" dirty="0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③ 양식 설정 </a:t>
            </a:r>
            <a:r>
              <a:rPr lang="en-US" altLang="ko-KR" sz="1400" b="0" dirty="0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: ~ 26.10.30</a:t>
            </a:r>
            <a:r>
              <a:rPr lang="ko-KR" altLang="en-US" sz="1400" b="0" dirty="0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 </a:t>
            </a:r>
            <a:r>
              <a:rPr lang="en-US" altLang="ko-KR" sz="1400" b="0" dirty="0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(TBD)</a:t>
            </a:r>
            <a:endParaRPr lang="ko-KR" altLang="en-US" sz="1400" b="0" dirty="0">
              <a:latin typeface="나눔스퀘어 네오 OTF Regular" panose="00000500000000000000" pitchFamily="50" charset="-127"/>
              <a:ea typeface="나눔스퀘어 네오 OTF Regular" panose="00000500000000000000" pitchFamily="50" charset="-127"/>
            </a:endParaRPr>
          </a:p>
          <a:p>
            <a:pPr>
              <a:lnSpc>
                <a:spcPct val="125000"/>
              </a:lnSpc>
            </a:pPr>
            <a:r>
              <a:rPr lang="ko-KR" altLang="en-US" sz="1400" b="0" dirty="0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④ 기타 </a:t>
            </a:r>
            <a:r>
              <a:rPr lang="en-US" altLang="ko-KR" sz="1400" b="0" dirty="0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(</a:t>
            </a:r>
            <a:r>
              <a:rPr lang="ko-KR" altLang="en-US" sz="1400" b="0" dirty="0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파일 관리 및 배포 등</a:t>
            </a:r>
            <a:r>
              <a:rPr lang="en-US" altLang="ko-KR" sz="1400" b="0" dirty="0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) : ~26.11.20 (TBD)</a:t>
            </a:r>
            <a:endParaRPr lang="ko-KR" altLang="en-US" sz="1400" b="0" dirty="0">
              <a:latin typeface="나눔스퀘어 네오 OTF Regular" panose="00000500000000000000" pitchFamily="50" charset="-127"/>
              <a:ea typeface="나눔스퀘어 네오 OTF Regular" panose="00000500000000000000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CEF4C62-69CB-7DD1-A3D0-EDC5CA00C537}"/>
              </a:ext>
            </a:extLst>
          </p:cNvPr>
          <p:cNvSpPr txBox="1">
            <a:spLocks noChangeAspect="1"/>
          </p:cNvSpPr>
          <p:nvPr/>
        </p:nvSpPr>
        <p:spPr>
          <a:xfrm>
            <a:off x="438663" y="708428"/>
            <a:ext cx="1451038" cy="338554"/>
          </a:xfrm>
          <a:prstGeom prst="rect">
            <a:avLst/>
          </a:prstGeom>
          <a:noFill/>
          <a:ln>
            <a:noFill/>
          </a:ln>
        </p:spPr>
        <p:txBody>
          <a:bodyPr wrap="none" rtlCol="0" anchor="ctr">
            <a:spAutoFit/>
          </a:bodyPr>
          <a:lstStyle/>
          <a:p>
            <a:r>
              <a:rPr lang="ko-KR" altLang="en-US" sz="1600" dirty="0">
                <a:solidFill>
                  <a:schemeClr val="tx2"/>
                </a:solidFill>
                <a:latin typeface="나눔스퀘어 네오 OTF ExtraBold" panose="00000900000000000000" pitchFamily="50" charset="-127"/>
                <a:ea typeface="나눔스퀘어 네오 OTF ExtraBold" panose="00000900000000000000" pitchFamily="50" charset="-127"/>
              </a:rPr>
              <a:t>개발 일정 요약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73959814-BA95-2861-E012-41CB6F0469C1}"/>
              </a:ext>
            </a:extLst>
          </p:cNvPr>
          <p:cNvSpPr/>
          <p:nvPr/>
        </p:nvSpPr>
        <p:spPr>
          <a:xfrm>
            <a:off x="396692" y="778705"/>
            <a:ext cx="45719" cy="19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  <a:latin typeface="나눔스퀘어 네오 OTF Regular" panose="00000500000000000000" pitchFamily="50" charset="-127"/>
              <a:ea typeface="나눔스퀘어 네오 OTF Regular" panose="00000500000000000000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506C349-6D39-ED5A-0E09-E0C41550DC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4029" y="2396471"/>
            <a:ext cx="7545635" cy="4246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17088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B6CEC6-8B56-8C92-6D7F-5A61F1A0F2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32FC9C-C80C-F940-7FCE-BA35E26124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b="1" dirty="0">
                <a:latin typeface="+mj-ea"/>
              </a:rPr>
              <a:t>향후 발전 과제</a:t>
            </a:r>
            <a:endParaRPr kumimoji="1" lang="x-none" altLang="en-US" b="1" dirty="0">
              <a:latin typeface="+mj-ea"/>
            </a:endParaRPr>
          </a:p>
        </p:txBody>
      </p:sp>
      <p:sp>
        <p:nvSpPr>
          <p:cNvPr id="22" name="슬라이드 번호 개체 틀 2">
            <a:extLst>
              <a:ext uri="{FF2B5EF4-FFF2-40B4-BE49-F238E27FC236}">
                <a16:creationId xmlns:a16="http://schemas.microsoft.com/office/drawing/2014/main" id="{465FFA62-BFBE-2136-2A4B-0F6DABBE9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03231" y="6492875"/>
            <a:ext cx="407670" cy="365125"/>
          </a:xfrm>
        </p:spPr>
        <p:txBody>
          <a:bodyPr/>
          <a:lstStyle/>
          <a:p>
            <a:fld id="{369BBEF4-35F7-054D-BCC4-3F145CEF9DF2}" type="slidenum">
              <a:rPr kumimoji="1" lang="x-none" altLang="en-US" smtClean="0"/>
              <a:t>8</a:t>
            </a:fld>
            <a:endParaRPr kumimoji="1" lang="x-none" altLang="en-US" dirty="0"/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31A4A598-F72C-BF2F-9180-AE30D68E9BDD}"/>
              </a:ext>
            </a:extLst>
          </p:cNvPr>
          <p:cNvSpPr/>
          <p:nvPr/>
        </p:nvSpPr>
        <p:spPr>
          <a:xfrm>
            <a:off x="6352674" y="179993"/>
            <a:ext cx="1287378" cy="294483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/>
              <a:t>TBD</a:t>
            </a:r>
            <a:endParaRPr lang="ko-KR" altLang="en-US" sz="16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F3E4047-943C-C8CC-2389-5F78FD54C36D}"/>
              </a:ext>
            </a:extLst>
          </p:cNvPr>
          <p:cNvSpPr txBox="1"/>
          <p:nvPr/>
        </p:nvSpPr>
        <p:spPr>
          <a:xfrm>
            <a:off x="385011" y="1037111"/>
            <a:ext cx="8154168" cy="20752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20000"/>
              </a:lnSpc>
              <a:spcAft>
                <a:spcPts val="600"/>
              </a:spcAft>
              <a:defRPr sz="800" b="1">
                <a:latin typeface="나눔스퀘어 네오 OTF Bold" panose="00000800000000000000" pitchFamily="50" charset="-127"/>
                <a:ea typeface="나눔스퀘어 네오 OTF Bold" panose="00000800000000000000" pitchFamily="50" charset="-127"/>
              </a:defRPr>
            </a:lvl1pPr>
          </a:lstStyle>
          <a:p>
            <a:pPr>
              <a:lnSpc>
                <a:spcPct val="125000"/>
              </a:lnSpc>
            </a:pPr>
            <a:r>
              <a:rPr lang="ko-KR" altLang="en-US" sz="1400" b="0" dirty="0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① 처음 설치 시 환경 이슈 등 타 </a:t>
            </a:r>
            <a:r>
              <a:rPr lang="en-US" altLang="ko-KR" sz="1400" b="0" dirty="0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PC </a:t>
            </a:r>
            <a:r>
              <a:rPr lang="ko-KR" altLang="en-US" sz="1400" b="0" dirty="0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환경에서 예기치 않은 오류 </a:t>
            </a:r>
            <a:endParaRPr lang="en-US" altLang="ko-KR" sz="1400" b="0" dirty="0">
              <a:latin typeface="나눔스퀘어 네오 OTF Regular" panose="00000500000000000000" pitchFamily="50" charset="-127"/>
              <a:ea typeface="나눔스퀘어 네오 OTF Regular" panose="00000500000000000000" pitchFamily="50" charset="-127"/>
            </a:endParaRPr>
          </a:p>
          <a:p>
            <a:pPr>
              <a:lnSpc>
                <a:spcPct val="125000"/>
              </a:lnSpc>
            </a:pPr>
            <a:r>
              <a:rPr lang="en-US" altLang="ko-KR" sz="1400" b="0" dirty="0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     </a:t>
            </a:r>
            <a:r>
              <a:rPr lang="ko-KR" altLang="en-US" sz="1400" b="0" dirty="0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└ 해결 방안 필요</a:t>
            </a:r>
            <a:endParaRPr lang="en-US" altLang="ko-KR" sz="1400" b="0" dirty="0">
              <a:latin typeface="나눔스퀘어 네오 OTF Regular" panose="00000500000000000000" pitchFamily="50" charset="-127"/>
              <a:ea typeface="나눔스퀘어 네오 OTF Regular" panose="00000500000000000000" pitchFamily="50" charset="-127"/>
            </a:endParaRPr>
          </a:p>
          <a:p>
            <a:pPr>
              <a:lnSpc>
                <a:spcPct val="125000"/>
              </a:lnSpc>
            </a:pPr>
            <a:r>
              <a:rPr lang="en-US" altLang="ko-KR" sz="1400" b="0" dirty="0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② </a:t>
            </a:r>
            <a:r>
              <a:rPr lang="ko-KR" altLang="en-US" sz="1400" b="0" dirty="0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의도하지 않은 </a:t>
            </a:r>
            <a:r>
              <a:rPr lang="ko-KR" altLang="en-US" sz="1400" b="0" dirty="0" err="1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헐루시네이션</a:t>
            </a:r>
            <a:endParaRPr lang="en-US" altLang="ko-KR" sz="1400" b="0" dirty="0">
              <a:latin typeface="나눔스퀘어 네오 OTF Regular" panose="00000500000000000000" pitchFamily="50" charset="-127"/>
              <a:ea typeface="나눔스퀘어 네오 OTF Regular" panose="00000500000000000000" pitchFamily="50" charset="-127"/>
            </a:endParaRPr>
          </a:p>
          <a:p>
            <a:pPr>
              <a:lnSpc>
                <a:spcPct val="125000"/>
              </a:lnSpc>
            </a:pPr>
            <a:r>
              <a:rPr lang="en-US" altLang="ko-KR" sz="1400" b="0" dirty="0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     </a:t>
            </a:r>
            <a:r>
              <a:rPr lang="ko-KR" altLang="en-US" sz="1400" b="0" dirty="0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└ 소프트웨어 </a:t>
            </a:r>
            <a:r>
              <a:rPr lang="ko-KR" altLang="en-US" sz="1400" b="0" dirty="0" err="1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컨스티튜션</a:t>
            </a:r>
            <a:r>
              <a:rPr lang="en-US" altLang="ko-KR" sz="1400" b="0" dirty="0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.md </a:t>
            </a:r>
            <a:r>
              <a:rPr lang="ko-KR" altLang="en-US" sz="1400" b="0" dirty="0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파일 작성 후 효과 측정</a:t>
            </a:r>
            <a:endParaRPr lang="en-US" altLang="ko-KR" sz="1400" b="0" dirty="0">
              <a:latin typeface="나눔스퀘어 네오 OTF Regular" panose="00000500000000000000" pitchFamily="50" charset="-127"/>
              <a:ea typeface="나눔스퀘어 네오 OTF Regular" panose="00000500000000000000" pitchFamily="50" charset="-127"/>
            </a:endParaRPr>
          </a:p>
          <a:p>
            <a:pPr>
              <a:lnSpc>
                <a:spcPct val="125000"/>
              </a:lnSpc>
            </a:pPr>
            <a:r>
              <a:rPr lang="ko-KR" altLang="en-US" sz="1400" b="0" dirty="0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③ 각기 다른 </a:t>
            </a:r>
            <a:r>
              <a:rPr lang="en-US" altLang="ko-KR" sz="1400" b="0" dirty="0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LLM </a:t>
            </a:r>
            <a:r>
              <a:rPr lang="ko-KR" altLang="en-US" sz="1400" b="0" dirty="0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환경 제약사항 맞춤형 대응 필요</a:t>
            </a:r>
            <a:endParaRPr lang="en-US" altLang="ko-KR" sz="1400" b="0" dirty="0">
              <a:latin typeface="나눔스퀘어 네오 OTF Regular" panose="00000500000000000000" pitchFamily="50" charset="-127"/>
              <a:ea typeface="나눔스퀘어 네오 OTF Regular" panose="00000500000000000000" pitchFamily="50" charset="-127"/>
            </a:endParaRPr>
          </a:p>
          <a:p>
            <a:pPr>
              <a:lnSpc>
                <a:spcPct val="125000"/>
              </a:lnSpc>
            </a:pPr>
            <a:r>
              <a:rPr lang="en-US" altLang="ko-KR" sz="1400" b="0" dirty="0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     </a:t>
            </a:r>
            <a:r>
              <a:rPr lang="ko-KR" altLang="en-US" sz="1400" b="0" dirty="0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└ 보안 </a:t>
            </a:r>
            <a:r>
              <a:rPr lang="en-US" altLang="ko-KR" sz="1400" b="0" dirty="0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/ </a:t>
            </a:r>
            <a:r>
              <a:rPr lang="ko-KR" altLang="en-US" sz="1400" b="0" dirty="0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특정 </a:t>
            </a:r>
            <a:r>
              <a:rPr lang="en-US" altLang="ko-KR" sz="1400" b="0" dirty="0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API </a:t>
            </a:r>
            <a:r>
              <a:rPr lang="ko-KR" altLang="en-US" sz="1400" b="0" dirty="0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연결 셋업 </a:t>
            </a:r>
            <a:r>
              <a:rPr lang="en-US" altLang="ko-KR" sz="1400" b="0" dirty="0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/ </a:t>
            </a:r>
            <a:r>
              <a:rPr lang="ko-KR" altLang="en-US" sz="1400" b="0" dirty="0" err="1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사용불가능한</a:t>
            </a:r>
            <a:r>
              <a:rPr lang="ko-KR" altLang="en-US" sz="1400" b="0" dirty="0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 라이브러리 대응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60225E32-B7A4-BD2A-2734-A2503C11BF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0697" y="955403"/>
            <a:ext cx="2556783" cy="1753223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276D9698-9DB1-400A-17DB-6469CC3B4313}"/>
              </a:ext>
            </a:extLst>
          </p:cNvPr>
          <p:cNvSpPr txBox="1"/>
          <p:nvPr/>
        </p:nvSpPr>
        <p:spPr>
          <a:xfrm>
            <a:off x="5573026" y="2799611"/>
            <a:ext cx="3307681" cy="269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altLang="ko-KR" sz="1000" b="0" dirty="0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&lt; Requirement Studio </a:t>
            </a:r>
            <a:r>
              <a:rPr lang="ko-KR" altLang="en-US" sz="1000" b="0" dirty="0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최초 실행 시 경고문구</a:t>
            </a:r>
            <a:r>
              <a:rPr lang="en-US" altLang="ko-KR" sz="1000" dirty="0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 &gt; </a:t>
            </a:r>
            <a:endParaRPr lang="ko-KR" altLang="en-US" sz="1000" b="0" dirty="0">
              <a:latin typeface="나눔스퀘어 네오 OTF Regular" panose="00000500000000000000" pitchFamily="50" charset="-127"/>
              <a:ea typeface="나눔스퀘어 네오 OTF Regular" panose="00000500000000000000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669A3E4-A694-224B-0DE6-7079130ECF0D}"/>
              </a:ext>
            </a:extLst>
          </p:cNvPr>
          <p:cNvSpPr txBox="1">
            <a:spLocks noChangeAspect="1"/>
          </p:cNvSpPr>
          <p:nvPr/>
        </p:nvSpPr>
        <p:spPr>
          <a:xfrm>
            <a:off x="438663" y="708428"/>
            <a:ext cx="2135521" cy="338554"/>
          </a:xfrm>
          <a:prstGeom prst="rect">
            <a:avLst/>
          </a:prstGeom>
          <a:noFill/>
          <a:ln>
            <a:noFill/>
          </a:ln>
        </p:spPr>
        <p:txBody>
          <a:bodyPr wrap="none" rtlCol="0" anchor="ctr">
            <a:spAutoFit/>
          </a:bodyPr>
          <a:lstStyle/>
          <a:p>
            <a:r>
              <a:rPr lang="ko-KR" altLang="en-US" sz="1600" dirty="0">
                <a:solidFill>
                  <a:schemeClr val="tx2"/>
                </a:solidFill>
                <a:latin typeface="나눔스퀘어 네오 OTF ExtraBold" panose="00000900000000000000" pitchFamily="50" charset="-127"/>
                <a:ea typeface="나눔스퀘어 네오 OTF ExtraBold" panose="00000900000000000000" pitchFamily="50" charset="-127"/>
              </a:rPr>
              <a:t>예상 문제 및 대처 방안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289111D7-2A68-60A2-F5E5-566AC6B0400C}"/>
              </a:ext>
            </a:extLst>
          </p:cNvPr>
          <p:cNvSpPr/>
          <p:nvPr/>
        </p:nvSpPr>
        <p:spPr>
          <a:xfrm>
            <a:off x="396692" y="778705"/>
            <a:ext cx="45719" cy="19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  <a:latin typeface="나눔스퀘어 네오 OTF Regular" panose="00000500000000000000" pitchFamily="50" charset="-127"/>
              <a:ea typeface="나눔스퀘어 네오 OTF Regular" panose="00000500000000000000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14BFCD3-97AA-0454-EE73-A108156695F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351" y="3271260"/>
            <a:ext cx="8429880" cy="3161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46314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D1F0E0-ACF2-279B-311B-415B2EAD3B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639724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슈어소프트테크">
      <a:dk1>
        <a:sysClr val="windowText" lastClr="000000"/>
      </a:dk1>
      <a:lt1>
        <a:sysClr val="window" lastClr="FFFFFF"/>
      </a:lt1>
      <a:dk2>
        <a:srgbClr val="002878"/>
      </a:dk2>
      <a:lt2>
        <a:srgbClr val="E7E6E6"/>
      </a:lt2>
      <a:accent1>
        <a:srgbClr val="406FD8"/>
      </a:accent1>
      <a:accent2>
        <a:srgbClr val="3E8853"/>
      </a:accent2>
      <a:accent3>
        <a:srgbClr val="FFCA08"/>
      </a:accent3>
      <a:accent4>
        <a:srgbClr val="FF8327"/>
      </a:accent4>
      <a:accent5>
        <a:srgbClr val="D32619"/>
      </a:accent5>
      <a:accent6>
        <a:srgbClr val="510CE6"/>
      </a:accent6>
      <a:hlink>
        <a:srgbClr val="467886"/>
      </a:hlink>
      <a:folHlink>
        <a:srgbClr val="96607D"/>
      </a:folHlink>
    </a:clrScheme>
    <a:fontScheme name="사용자 지정 7">
      <a:majorFont>
        <a:latin typeface="나눔스퀘어 네오 OTF Heavy"/>
        <a:ea typeface="나눔스퀘어 네오 OTF Heavy"/>
        <a:cs typeface=""/>
      </a:majorFont>
      <a:minorFont>
        <a:latin typeface="나눔스퀘어 네오 OTF Bold"/>
        <a:ea typeface="나눔스퀘어 네오 OTF Bold"/>
        <a:cs typeface="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lnSpc>
            <a:spcPct val="120000"/>
          </a:lnSpc>
          <a:spcAft>
            <a:spcPts val="600"/>
          </a:spcAft>
          <a:defRPr sz="1000" dirty="0" smtClean="0">
            <a:latin typeface="나눔스퀘어 네오 OTF Regular" panose="00000500000000000000" pitchFamily="50" charset="-127"/>
            <a:ea typeface="나눔스퀘어 네오 OTF Regular" panose="00000500000000000000" pitchFamily="50" charset="-12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1982</TotalTime>
  <Words>363</Words>
  <Application>Microsoft Office PowerPoint</Application>
  <PresentationFormat>화면 슬라이드 쇼(4:3)</PresentationFormat>
  <Paragraphs>68</Paragraphs>
  <Slides>9</Slides>
  <Notes>6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20" baseType="lpstr">
      <vt:lpstr>나눔스퀘어 네오 OTF Light</vt:lpstr>
      <vt:lpstr>나눔스퀘어 네오 OTF ExtraBold</vt:lpstr>
      <vt:lpstr>나눔스퀘어 네오 OTF Regular</vt:lpstr>
      <vt:lpstr>Arial</vt:lpstr>
      <vt:lpstr>Wingdings</vt:lpstr>
      <vt:lpstr>나눔스퀘어 네오 OTF Bold</vt:lpstr>
      <vt:lpstr>나눔스퀘어 네오 OTF Heavy</vt:lpstr>
      <vt:lpstr>맑은 고딕</vt:lpstr>
      <vt:lpstr>맑은 고딕</vt:lpstr>
      <vt:lpstr>Aptos</vt:lpstr>
      <vt:lpstr>Office 테마</vt:lpstr>
      <vt:lpstr>요구사항 추출 기능 개발 (Requirement Studio)</vt:lpstr>
      <vt:lpstr>PowerPoint 프레젠테이션</vt:lpstr>
      <vt:lpstr>개요</vt:lpstr>
      <vt:lpstr>구조 요약</vt:lpstr>
      <vt:lpstr>주요 GUI</vt:lpstr>
      <vt:lpstr>주요 GUI : Requirement Studio 사용 예 </vt:lpstr>
      <vt:lpstr>향후 일정</vt:lpstr>
      <vt:lpstr>향후 발전 과제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fivefour</dc:creator>
  <cp:lastModifiedBy>dongcheon park</cp:lastModifiedBy>
  <cp:revision>104</cp:revision>
  <dcterms:created xsi:type="dcterms:W3CDTF">2024-01-19T03:00:47Z</dcterms:created>
  <dcterms:modified xsi:type="dcterms:W3CDTF">2026-09-20T03:42:14Z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84883e49-c40c-4c70-af6e-4047d87bba49_Enabled">
    <vt:lpwstr>true</vt:lpwstr>
  </property>
  <property fmtid="{D5CDD505-2E9C-101B-9397-08002B2CF9AE}" pid="3" name="MSIP_Label_84883e49-c40c-4c70-af6e-4047d87bba49_SetDate">
    <vt:lpwstr>2026-04-01T04:34:37Z</vt:lpwstr>
  </property>
  <property fmtid="{D5CDD505-2E9C-101B-9397-08002B2CF9AE}" pid="4" name="MSIP_Label_84883e49-c40c-4c70-af6e-4047d87bba49_Method">
    <vt:lpwstr>Privileged</vt:lpwstr>
  </property>
  <property fmtid="{D5CDD505-2E9C-101B-9397-08002B2CF9AE}" pid="5" name="MSIP_Label_84883e49-c40c-4c70-af6e-4047d87bba49_Name">
    <vt:lpwstr>평문 (AnyUser)</vt:lpwstr>
  </property>
  <property fmtid="{D5CDD505-2E9C-101B-9397-08002B2CF9AE}" pid="6" name="MSIP_Label_84883e49-c40c-4c70-af6e-4047d87bba49_SiteId">
    <vt:lpwstr>f85ca5f1-aa23-4252-a83a-443d333b1fe7</vt:lpwstr>
  </property>
  <property fmtid="{D5CDD505-2E9C-101B-9397-08002B2CF9AE}" pid="7" name="MSIP_Label_84883e49-c40c-4c70-af6e-4047d87bba49_ActionId">
    <vt:lpwstr>68623d0f-e62c-4a86-b466-759cac8e4863</vt:lpwstr>
  </property>
  <property fmtid="{D5CDD505-2E9C-101B-9397-08002B2CF9AE}" pid="8" name="MSIP_Label_84883e49-c40c-4c70-af6e-4047d87bba49_ContentBits">
    <vt:lpwstr>2</vt:lpwstr>
  </property>
  <property fmtid="{D5CDD505-2E9C-101B-9397-08002B2CF9AE}" pid="9" name="MSIP_Label_84883e49-c40c-4c70-af6e-4047d87bba49_Tag">
    <vt:lpwstr>10, 0, 1, 1</vt:lpwstr>
  </property>
  <property fmtid="{D5CDD505-2E9C-101B-9397-08002B2CF9AE}" pid="10" name="ClassificationContentMarkingFooterLocations">
    <vt:lpwstr>Office 테마:9</vt:lpwstr>
  </property>
  <property fmtid="{D5CDD505-2E9C-101B-9397-08002B2CF9AE}" pid="11" name="ClassificationContentMarkingFooterText">
    <vt:lpwstr>본 문서는 현대자동차·기아의 정보자산으로 귀사와의 비밀유지계약 및 제반법률에 따라 법적 보호를 받습니다.</vt:lpwstr>
  </property>
</Properties>
</file>